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6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F4E29C-1C8E-4F8A-8CF8-138855762EA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CA068AD-4ABA-4A59-A3A2-C4B34882A7A6}">
      <dgm:prSet/>
      <dgm:spPr/>
      <dgm:t>
        <a:bodyPr/>
        <a:lstStyle/>
        <a:p>
          <a:r>
            <a:rPr lang="en-US"/>
            <a:t>Sistema basado en eventos Kafka</a:t>
          </a:r>
        </a:p>
      </dgm:t>
    </dgm:pt>
    <dgm:pt modelId="{03F9CC48-7335-458C-9F5A-A888A8C04450}" type="parTrans" cxnId="{F69D2E3B-4CF5-4AD3-A751-579E2E14A3E6}">
      <dgm:prSet/>
      <dgm:spPr/>
      <dgm:t>
        <a:bodyPr/>
        <a:lstStyle/>
        <a:p>
          <a:endParaRPr lang="en-US"/>
        </a:p>
      </dgm:t>
    </dgm:pt>
    <dgm:pt modelId="{2707D376-69FC-414E-9B0A-56787C8D19FD}" type="sibTrans" cxnId="{F69D2E3B-4CF5-4AD3-A751-579E2E14A3E6}">
      <dgm:prSet/>
      <dgm:spPr/>
      <dgm:t>
        <a:bodyPr/>
        <a:lstStyle/>
        <a:p>
          <a:endParaRPr lang="en-US"/>
        </a:p>
      </dgm:t>
    </dgm:pt>
    <dgm:pt modelId="{F3378DD7-53D8-4F45-8BA3-68874E1ABA97}">
      <dgm:prSet/>
      <dgm:spPr/>
      <dgm:t>
        <a:bodyPr/>
        <a:lstStyle/>
        <a:p>
          <a:r>
            <a:rPr lang="en-US"/>
            <a:t>Persistencia en PostgreSQL</a:t>
          </a:r>
        </a:p>
      </dgm:t>
    </dgm:pt>
    <dgm:pt modelId="{FA45D895-847C-4516-B912-92D5353A8BBC}" type="parTrans" cxnId="{6D483835-9AD1-4C84-9A93-BA4741CFEDDE}">
      <dgm:prSet/>
      <dgm:spPr/>
      <dgm:t>
        <a:bodyPr/>
        <a:lstStyle/>
        <a:p>
          <a:endParaRPr lang="en-US"/>
        </a:p>
      </dgm:t>
    </dgm:pt>
    <dgm:pt modelId="{5C8E60EA-8B9F-41C4-90EA-4F6ECB0029CD}" type="sibTrans" cxnId="{6D483835-9AD1-4C84-9A93-BA4741CFEDDE}">
      <dgm:prSet/>
      <dgm:spPr/>
      <dgm:t>
        <a:bodyPr/>
        <a:lstStyle/>
        <a:p>
          <a:endParaRPr lang="en-US"/>
        </a:p>
      </dgm:t>
    </dgm:pt>
    <dgm:pt modelId="{87518498-F828-463F-9957-3BB8823A2AA7}">
      <dgm:prSet/>
      <dgm:spPr/>
      <dgm:t>
        <a:bodyPr/>
        <a:lstStyle/>
        <a:p>
          <a:r>
            <a:rPr lang="en-US"/>
            <a:t>Uso de JPA + Flyway</a:t>
          </a:r>
        </a:p>
      </dgm:t>
    </dgm:pt>
    <dgm:pt modelId="{44131D20-4EC6-49F2-AE87-CBC41E29C330}" type="parTrans" cxnId="{C9953A8E-0375-49B7-9281-D6D34A7A6507}">
      <dgm:prSet/>
      <dgm:spPr/>
      <dgm:t>
        <a:bodyPr/>
        <a:lstStyle/>
        <a:p>
          <a:endParaRPr lang="en-US"/>
        </a:p>
      </dgm:t>
    </dgm:pt>
    <dgm:pt modelId="{7F84F7B5-311D-43CC-AD6E-85E68F5FD8CA}" type="sibTrans" cxnId="{C9953A8E-0375-49B7-9281-D6D34A7A6507}">
      <dgm:prSet/>
      <dgm:spPr/>
      <dgm:t>
        <a:bodyPr/>
        <a:lstStyle/>
        <a:p>
          <a:endParaRPr lang="en-US"/>
        </a:p>
      </dgm:t>
    </dgm:pt>
    <dgm:pt modelId="{FBE5D5A9-B9B2-4D5E-B4B6-8F28D5D65DBA}" type="pres">
      <dgm:prSet presAssocID="{62F4E29C-1C8E-4F8A-8CF8-138855762E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F43217A-B9D0-4E27-AE3D-8F4F406592DD}" type="pres">
      <dgm:prSet presAssocID="{DCA068AD-4ABA-4A59-A3A2-C4B34882A7A6}" presName="hierRoot1" presStyleCnt="0"/>
      <dgm:spPr/>
    </dgm:pt>
    <dgm:pt modelId="{327FFF76-3F6B-4399-992B-AFA08F7BFF49}" type="pres">
      <dgm:prSet presAssocID="{DCA068AD-4ABA-4A59-A3A2-C4B34882A7A6}" presName="composite" presStyleCnt="0"/>
      <dgm:spPr/>
    </dgm:pt>
    <dgm:pt modelId="{034FDAB4-EDF5-42EC-AF50-8B53579CAFCE}" type="pres">
      <dgm:prSet presAssocID="{DCA068AD-4ABA-4A59-A3A2-C4B34882A7A6}" presName="background" presStyleLbl="node0" presStyleIdx="0" presStyleCnt="3"/>
      <dgm:spPr/>
    </dgm:pt>
    <dgm:pt modelId="{7BFE8840-E59F-4823-8E89-9CCA3EA081A8}" type="pres">
      <dgm:prSet presAssocID="{DCA068AD-4ABA-4A59-A3A2-C4B34882A7A6}" presName="text" presStyleLbl="fgAcc0" presStyleIdx="0" presStyleCnt="3">
        <dgm:presLayoutVars>
          <dgm:chPref val="3"/>
        </dgm:presLayoutVars>
      </dgm:prSet>
      <dgm:spPr/>
    </dgm:pt>
    <dgm:pt modelId="{B34DEA15-204D-4C48-9CE8-7A92771AE583}" type="pres">
      <dgm:prSet presAssocID="{DCA068AD-4ABA-4A59-A3A2-C4B34882A7A6}" presName="hierChild2" presStyleCnt="0"/>
      <dgm:spPr/>
    </dgm:pt>
    <dgm:pt modelId="{C82B223E-D560-4FDC-B984-B4D77A6D0C55}" type="pres">
      <dgm:prSet presAssocID="{F3378DD7-53D8-4F45-8BA3-68874E1ABA97}" presName="hierRoot1" presStyleCnt="0"/>
      <dgm:spPr/>
    </dgm:pt>
    <dgm:pt modelId="{8A14161E-42CF-434E-A173-AD249FFE45C1}" type="pres">
      <dgm:prSet presAssocID="{F3378DD7-53D8-4F45-8BA3-68874E1ABA97}" presName="composite" presStyleCnt="0"/>
      <dgm:spPr/>
    </dgm:pt>
    <dgm:pt modelId="{E72CE3FE-F248-4143-A1BB-9C701B1B4655}" type="pres">
      <dgm:prSet presAssocID="{F3378DD7-53D8-4F45-8BA3-68874E1ABA97}" presName="background" presStyleLbl="node0" presStyleIdx="1" presStyleCnt="3"/>
      <dgm:spPr/>
    </dgm:pt>
    <dgm:pt modelId="{C80DB9A5-7E8C-4F09-BF5B-D4133D8E9030}" type="pres">
      <dgm:prSet presAssocID="{F3378DD7-53D8-4F45-8BA3-68874E1ABA97}" presName="text" presStyleLbl="fgAcc0" presStyleIdx="1" presStyleCnt="3">
        <dgm:presLayoutVars>
          <dgm:chPref val="3"/>
        </dgm:presLayoutVars>
      </dgm:prSet>
      <dgm:spPr/>
    </dgm:pt>
    <dgm:pt modelId="{A50B3D33-D6D5-4530-83FF-5396B38EB0AA}" type="pres">
      <dgm:prSet presAssocID="{F3378DD7-53D8-4F45-8BA3-68874E1ABA97}" presName="hierChild2" presStyleCnt="0"/>
      <dgm:spPr/>
    </dgm:pt>
    <dgm:pt modelId="{EF7F22A9-6C06-4514-92BF-C17FF87D75F6}" type="pres">
      <dgm:prSet presAssocID="{87518498-F828-463F-9957-3BB8823A2AA7}" presName="hierRoot1" presStyleCnt="0"/>
      <dgm:spPr/>
    </dgm:pt>
    <dgm:pt modelId="{25EAD81A-0B85-46A0-BD5B-E8914360A115}" type="pres">
      <dgm:prSet presAssocID="{87518498-F828-463F-9957-3BB8823A2AA7}" presName="composite" presStyleCnt="0"/>
      <dgm:spPr/>
    </dgm:pt>
    <dgm:pt modelId="{F2BF2AD2-B0BE-4F33-B8F4-D2779BAFF5FB}" type="pres">
      <dgm:prSet presAssocID="{87518498-F828-463F-9957-3BB8823A2AA7}" presName="background" presStyleLbl="node0" presStyleIdx="2" presStyleCnt="3"/>
      <dgm:spPr/>
    </dgm:pt>
    <dgm:pt modelId="{4AB1EB1A-13FA-4977-BEDE-04091606DB6A}" type="pres">
      <dgm:prSet presAssocID="{87518498-F828-463F-9957-3BB8823A2AA7}" presName="text" presStyleLbl="fgAcc0" presStyleIdx="2" presStyleCnt="3">
        <dgm:presLayoutVars>
          <dgm:chPref val="3"/>
        </dgm:presLayoutVars>
      </dgm:prSet>
      <dgm:spPr/>
    </dgm:pt>
    <dgm:pt modelId="{16A6A8D8-FC0E-41F2-BB55-99A454D21ABC}" type="pres">
      <dgm:prSet presAssocID="{87518498-F828-463F-9957-3BB8823A2AA7}" presName="hierChild2" presStyleCnt="0"/>
      <dgm:spPr/>
    </dgm:pt>
  </dgm:ptLst>
  <dgm:cxnLst>
    <dgm:cxn modelId="{64BB7626-CE10-4265-933E-18863DC223C9}" type="presOf" srcId="{87518498-F828-463F-9957-3BB8823A2AA7}" destId="{4AB1EB1A-13FA-4977-BEDE-04091606DB6A}" srcOrd="0" destOrd="0" presId="urn:microsoft.com/office/officeart/2005/8/layout/hierarchy1"/>
    <dgm:cxn modelId="{6D483835-9AD1-4C84-9A93-BA4741CFEDDE}" srcId="{62F4E29C-1C8E-4F8A-8CF8-138855762EA6}" destId="{F3378DD7-53D8-4F45-8BA3-68874E1ABA97}" srcOrd="1" destOrd="0" parTransId="{FA45D895-847C-4516-B912-92D5353A8BBC}" sibTransId="{5C8E60EA-8B9F-41C4-90EA-4F6ECB0029CD}"/>
    <dgm:cxn modelId="{F69D2E3B-4CF5-4AD3-A751-579E2E14A3E6}" srcId="{62F4E29C-1C8E-4F8A-8CF8-138855762EA6}" destId="{DCA068AD-4ABA-4A59-A3A2-C4B34882A7A6}" srcOrd="0" destOrd="0" parTransId="{03F9CC48-7335-458C-9F5A-A888A8C04450}" sibTransId="{2707D376-69FC-414E-9B0A-56787C8D19FD}"/>
    <dgm:cxn modelId="{7F998363-083D-48FD-929D-327BE0061835}" type="presOf" srcId="{62F4E29C-1C8E-4F8A-8CF8-138855762EA6}" destId="{FBE5D5A9-B9B2-4D5E-B4B6-8F28D5D65DBA}" srcOrd="0" destOrd="0" presId="urn:microsoft.com/office/officeart/2005/8/layout/hierarchy1"/>
    <dgm:cxn modelId="{C9953A8E-0375-49B7-9281-D6D34A7A6507}" srcId="{62F4E29C-1C8E-4F8A-8CF8-138855762EA6}" destId="{87518498-F828-463F-9957-3BB8823A2AA7}" srcOrd="2" destOrd="0" parTransId="{44131D20-4EC6-49F2-AE87-CBC41E29C330}" sibTransId="{7F84F7B5-311D-43CC-AD6E-85E68F5FD8CA}"/>
    <dgm:cxn modelId="{70A12EE5-0BC4-4C88-90CB-E56FAFBB63AF}" type="presOf" srcId="{F3378DD7-53D8-4F45-8BA3-68874E1ABA97}" destId="{C80DB9A5-7E8C-4F09-BF5B-D4133D8E9030}" srcOrd="0" destOrd="0" presId="urn:microsoft.com/office/officeart/2005/8/layout/hierarchy1"/>
    <dgm:cxn modelId="{036922F2-42F2-45EF-973F-9D9E4F619FB6}" type="presOf" srcId="{DCA068AD-4ABA-4A59-A3A2-C4B34882A7A6}" destId="{7BFE8840-E59F-4823-8E89-9CCA3EA081A8}" srcOrd="0" destOrd="0" presId="urn:microsoft.com/office/officeart/2005/8/layout/hierarchy1"/>
    <dgm:cxn modelId="{0B2C3630-8CCC-4533-8BF1-601DC32D5F7B}" type="presParOf" srcId="{FBE5D5A9-B9B2-4D5E-B4B6-8F28D5D65DBA}" destId="{6F43217A-B9D0-4E27-AE3D-8F4F406592DD}" srcOrd="0" destOrd="0" presId="urn:microsoft.com/office/officeart/2005/8/layout/hierarchy1"/>
    <dgm:cxn modelId="{449EA46A-C8FD-4697-ADAE-C89FB8FF1B3A}" type="presParOf" srcId="{6F43217A-B9D0-4E27-AE3D-8F4F406592DD}" destId="{327FFF76-3F6B-4399-992B-AFA08F7BFF49}" srcOrd="0" destOrd="0" presId="urn:microsoft.com/office/officeart/2005/8/layout/hierarchy1"/>
    <dgm:cxn modelId="{9737B246-BCFD-4FD8-A869-A0AC66B45748}" type="presParOf" srcId="{327FFF76-3F6B-4399-992B-AFA08F7BFF49}" destId="{034FDAB4-EDF5-42EC-AF50-8B53579CAFCE}" srcOrd="0" destOrd="0" presId="urn:microsoft.com/office/officeart/2005/8/layout/hierarchy1"/>
    <dgm:cxn modelId="{71946866-4315-4843-8DBA-6587EE5D9D45}" type="presParOf" srcId="{327FFF76-3F6B-4399-992B-AFA08F7BFF49}" destId="{7BFE8840-E59F-4823-8E89-9CCA3EA081A8}" srcOrd="1" destOrd="0" presId="urn:microsoft.com/office/officeart/2005/8/layout/hierarchy1"/>
    <dgm:cxn modelId="{08412BA3-4355-437E-A3B6-8BDC3033C94D}" type="presParOf" srcId="{6F43217A-B9D0-4E27-AE3D-8F4F406592DD}" destId="{B34DEA15-204D-4C48-9CE8-7A92771AE583}" srcOrd="1" destOrd="0" presId="urn:microsoft.com/office/officeart/2005/8/layout/hierarchy1"/>
    <dgm:cxn modelId="{E9C19CAE-6F9F-4502-8826-B7ECB08C41BB}" type="presParOf" srcId="{FBE5D5A9-B9B2-4D5E-B4B6-8F28D5D65DBA}" destId="{C82B223E-D560-4FDC-B984-B4D77A6D0C55}" srcOrd="1" destOrd="0" presId="urn:microsoft.com/office/officeart/2005/8/layout/hierarchy1"/>
    <dgm:cxn modelId="{7EF4E420-3243-440F-8D04-3D5952BF508F}" type="presParOf" srcId="{C82B223E-D560-4FDC-B984-B4D77A6D0C55}" destId="{8A14161E-42CF-434E-A173-AD249FFE45C1}" srcOrd="0" destOrd="0" presId="urn:microsoft.com/office/officeart/2005/8/layout/hierarchy1"/>
    <dgm:cxn modelId="{AC794799-FCF7-48A1-B0F2-439762201FB6}" type="presParOf" srcId="{8A14161E-42CF-434E-A173-AD249FFE45C1}" destId="{E72CE3FE-F248-4143-A1BB-9C701B1B4655}" srcOrd="0" destOrd="0" presId="urn:microsoft.com/office/officeart/2005/8/layout/hierarchy1"/>
    <dgm:cxn modelId="{D0387B52-3D9D-43C0-B3D2-AD491B386377}" type="presParOf" srcId="{8A14161E-42CF-434E-A173-AD249FFE45C1}" destId="{C80DB9A5-7E8C-4F09-BF5B-D4133D8E9030}" srcOrd="1" destOrd="0" presId="urn:microsoft.com/office/officeart/2005/8/layout/hierarchy1"/>
    <dgm:cxn modelId="{A41A17D5-61A8-4A99-9DA9-1969B213C426}" type="presParOf" srcId="{C82B223E-D560-4FDC-B984-B4D77A6D0C55}" destId="{A50B3D33-D6D5-4530-83FF-5396B38EB0AA}" srcOrd="1" destOrd="0" presId="urn:microsoft.com/office/officeart/2005/8/layout/hierarchy1"/>
    <dgm:cxn modelId="{E296E3E4-310E-4F8F-AC20-A8E054ADA1A3}" type="presParOf" srcId="{FBE5D5A9-B9B2-4D5E-B4B6-8F28D5D65DBA}" destId="{EF7F22A9-6C06-4514-92BF-C17FF87D75F6}" srcOrd="2" destOrd="0" presId="urn:microsoft.com/office/officeart/2005/8/layout/hierarchy1"/>
    <dgm:cxn modelId="{9FA65361-9D10-4381-96D1-9465FC7855EB}" type="presParOf" srcId="{EF7F22A9-6C06-4514-92BF-C17FF87D75F6}" destId="{25EAD81A-0B85-46A0-BD5B-E8914360A115}" srcOrd="0" destOrd="0" presId="urn:microsoft.com/office/officeart/2005/8/layout/hierarchy1"/>
    <dgm:cxn modelId="{C9DF2A93-6C26-4FAA-A335-00C2F6B6EDC8}" type="presParOf" srcId="{25EAD81A-0B85-46A0-BD5B-E8914360A115}" destId="{F2BF2AD2-B0BE-4F33-B8F4-D2779BAFF5FB}" srcOrd="0" destOrd="0" presId="urn:microsoft.com/office/officeart/2005/8/layout/hierarchy1"/>
    <dgm:cxn modelId="{6D0F4D10-7793-49DD-9DED-CCB053801053}" type="presParOf" srcId="{25EAD81A-0B85-46A0-BD5B-E8914360A115}" destId="{4AB1EB1A-13FA-4977-BEDE-04091606DB6A}" srcOrd="1" destOrd="0" presId="urn:microsoft.com/office/officeart/2005/8/layout/hierarchy1"/>
    <dgm:cxn modelId="{80DB22C0-CB3B-487A-9B59-883193E8C69E}" type="presParOf" srcId="{EF7F22A9-6C06-4514-92BF-C17FF87D75F6}" destId="{16A6A8D8-FC0E-41F2-BB55-99A454D21AB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1CE2BC-C27A-4A17-8664-2E970B1C3ED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756A33-EB78-40F5-A235-A871027DAD81}">
      <dgm:prSet/>
      <dgm:spPr/>
      <dgm:t>
        <a:bodyPr/>
        <a:lstStyle/>
        <a:p>
          <a:r>
            <a:rPr lang="en-US"/>
            <a:t>PlantillaNotificacionEntity</a:t>
          </a:r>
        </a:p>
      </dgm:t>
    </dgm:pt>
    <dgm:pt modelId="{C76D32D5-FC39-4485-9993-08F4B878E6D8}" type="parTrans" cxnId="{EE3CC928-406B-4250-831A-A8C5577A974F}">
      <dgm:prSet/>
      <dgm:spPr/>
      <dgm:t>
        <a:bodyPr/>
        <a:lstStyle/>
        <a:p>
          <a:endParaRPr lang="en-US"/>
        </a:p>
      </dgm:t>
    </dgm:pt>
    <dgm:pt modelId="{84578D5C-C422-4E59-A4FB-D12D8487BB30}" type="sibTrans" cxnId="{EE3CC928-406B-4250-831A-A8C5577A974F}">
      <dgm:prSet/>
      <dgm:spPr/>
      <dgm:t>
        <a:bodyPr/>
        <a:lstStyle/>
        <a:p>
          <a:endParaRPr lang="en-US"/>
        </a:p>
      </dgm:t>
    </dgm:pt>
    <dgm:pt modelId="{0C8EFC03-3E17-433D-9061-6D5158A7B838}">
      <dgm:prSet/>
      <dgm:spPr/>
      <dgm:t>
        <a:bodyPr/>
        <a:lstStyle/>
        <a:p>
          <a:r>
            <a:rPr lang="en-US"/>
            <a:t>NotificacionEntity</a:t>
          </a:r>
        </a:p>
      </dgm:t>
    </dgm:pt>
    <dgm:pt modelId="{DD4A1046-420D-40F6-9790-176AEBD1AB1D}" type="parTrans" cxnId="{F05ED826-25FC-4E9F-B18D-AA7F6B04F183}">
      <dgm:prSet/>
      <dgm:spPr/>
      <dgm:t>
        <a:bodyPr/>
        <a:lstStyle/>
        <a:p>
          <a:endParaRPr lang="en-US"/>
        </a:p>
      </dgm:t>
    </dgm:pt>
    <dgm:pt modelId="{2568BF26-21D6-4F32-999A-9CBA3F1122D5}" type="sibTrans" cxnId="{F05ED826-25FC-4E9F-B18D-AA7F6B04F183}">
      <dgm:prSet/>
      <dgm:spPr/>
      <dgm:t>
        <a:bodyPr/>
        <a:lstStyle/>
        <a:p>
          <a:endParaRPr lang="en-US"/>
        </a:p>
      </dgm:t>
    </dgm:pt>
    <dgm:pt modelId="{09EFB360-3113-4A53-BE9F-556AB7BBCB9B}">
      <dgm:prSet/>
      <dgm:spPr/>
      <dgm:t>
        <a:bodyPr/>
        <a:lstStyle/>
        <a:p>
          <a:r>
            <a:rPr lang="en-US"/>
            <a:t>ConsumoEventoEntity</a:t>
          </a:r>
        </a:p>
      </dgm:t>
    </dgm:pt>
    <dgm:pt modelId="{FCD1F746-F774-4760-BD09-4FFC88459243}" type="parTrans" cxnId="{D3578031-24AC-497A-B0FD-F3688C0304E0}">
      <dgm:prSet/>
      <dgm:spPr/>
      <dgm:t>
        <a:bodyPr/>
        <a:lstStyle/>
        <a:p>
          <a:endParaRPr lang="en-US"/>
        </a:p>
      </dgm:t>
    </dgm:pt>
    <dgm:pt modelId="{299DCA31-F199-4CEE-8166-A71A87A5103D}" type="sibTrans" cxnId="{D3578031-24AC-497A-B0FD-F3688C0304E0}">
      <dgm:prSet/>
      <dgm:spPr/>
      <dgm:t>
        <a:bodyPr/>
        <a:lstStyle/>
        <a:p>
          <a:endParaRPr lang="en-US"/>
        </a:p>
      </dgm:t>
    </dgm:pt>
    <dgm:pt modelId="{4609DBE6-2771-4F34-AEEE-1320B92AF142}" type="pres">
      <dgm:prSet presAssocID="{C11CE2BC-C27A-4A17-8664-2E970B1C3ED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ADA0F5-EC2A-454D-91BB-570C85F7BF33}" type="pres">
      <dgm:prSet presAssocID="{AF756A33-EB78-40F5-A235-A871027DAD81}" presName="hierRoot1" presStyleCnt="0"/>
      <dgm:spPr/>
    </dgm:pt>
    <dgm:pt modelId="{0E885FA3-DDD2-4E4E-87DF-A0F7B463C9B4}" type="pres">
      <dgm:prSet presAssocID="{AF756A33-EB78-40F5-A235-A871027DAD81}" presName="composite" presStyleCnt="0"/>
      <dgm:spPr/>
    </dgm:pt>
    <dgm:pt modelId="{34818340-D982-4D10-A291-95FD959853EF}" type="pres">
      <dgm:prSet presAssocID="{AF756A33-EB78-40F5-A235-A871027DAD81}" presName="background" presStyleLbl="node0" presStyleIdx="0" presStyleCnt="3"/>
      <dgm:spPr/>
    </dgm:pt>
    <dgm:pt modelId="{14C849B8-1D32-475E-B239-7806A18884CA}" type="pres">
      <dgm:prSet presAssocID="{AF756A33-EB78-40F5-A235-A871027DAD81}" presName="text" presStyleLbl="fgAcc0" presStyleIdx="0" presStyleCnt="3">
        <dgm:presLayoutVars>
          <dgm:chPref val="3"/>
        </dgm:presLayoutVars>
      </dgm:prSet>
      <dgm:spPr/>
    </dgm:pt>
    <dgm:pt modelId="{D235A38B-686E-4B48-A5D2-3274E9F6DF38}" type="pres">
      <dgm:prSet presAssocID="{AF756A33-EB78-40F5-A235-A871027DAD81}" presName="hierChild2" presStyleCnt="0"/>
      <dgm:spPr/>
    </dgm:pt>
    <dgm:pt modelId="{97B1F2B7-41D3-47EE-905A-95DEE32E0AEF}" type="pres">
      <dgm:prSet presAssocID="{0C8EFC03-3E17-433D-9061-6D5158A7B838}" presName="hierRoot1" presStyleCnt="0"/>
      <dgm:spPr/>
    </dgm:pt>
    <dgm:pt modelId="{24A77DF5-2602-42F6-8224-02900626732D}" type="pres">
      <dgm:prSet presAssocID="{0C8EFC03-3E17-433D-9061-6D5158A7B838}" presName="composite" presStyleCnt="0"/>
      <dgm:spPr/>
    </dgm:pt>
    <dgm:pt modelId="{D8B21F47-E283-4B7B-9C6C-B9687A49FFBA}" type="pres">
      <dgm:prSet presAssocID="{0C8EFC03-3E17-433D-9061-6D5158A7B838}" presName="background" presStyleLbl="node0" presStyleIdx="1" presStyleCnt="3"/>
      <dgm:spPr/>
    </dgm:pt>
    <dgm:pt modelId="{5B13DBD2-3374-4F4F-9C45-B321539E130D}" type="pres">
      <dgm:prSet presAssocID="{0C8EFC03-3E17-433D-9061-6D5158A7B838}" presName="text" presStyleLbl="fgAcc0" presStyleIdx="1" presStyleCnt="3">
        <dgm:presLayoutVars>
          <dgm:chPref val="3"/>
        </dgm:presLayoutVars>
      </dgm:prSet>
      <dgm:spPr/>
    </dgm:pt>
    <dgm:pt modelId="{64922FD7-7B27-48E3-BE47-BD7AFD3FDDBB}" type="pres">
      <dgm:prSet presAssocID="{0C8EFC03-3E17-433D-9061-6D5158A7B838}" presName="hierChild2" presStyleCnt="0"/>
      <dgm:spPr/>
    </dgm:pt>
    <dgm:pt modelId="{DE02EBA9-8CF9-43E4-B911-36D08668795A}" type="pres">
      <dgm:prSet presAssocID="{09EFB360-3113-4A53-BE9F-556AB7BBCB9B}" presName="hierRoot1" presStyleCnt="0"/>
      <dgm:spPr/>
    </dgm:pt>
    <dgm:pt modelId="{28DFEB64-171F-44FA-AA4F-54AC37C77B24}" type="pres">
      <dgm:prSet presAssocID="{09EFB360-3113-4A53-BE9F-556AB7BBCB9B}" presName="composite" presStyleCnt="0"/>
      <dgm:spPr/>
    </dgm:pt>
    <dgm:pt modelId="{67C87563-09CD-4AF2-AFC2-101F63164911}" type="pres">
      <dgm:prSet presAssocID="{09EFB360-3113-4A53-BE9F-556AB7BBCB9B}" presName="background" presStyleLbl="node0" presStyleIdx="2" presStyleCnt="3"/>
      <dgm:spPr/>
    </dgm:pt>
    <dgm:pt modelId="{CE2C5EF8-6DE3-4681-A172-9227257A74B7}" type="pres">
      <dgm:prSet presAssocID="{09EFB360-3113-4A53-BE9F-556AB7BBCB9B}" presName="text" presStyleLbl="fgAcc0" presStyleIdx="2" presStyleCnt="3">
        <dgm:presLayoutVars>
          <dgm:chPref val="3"/>
        </dgm:presLayoutVars>
      </dgm:prSet>
      <dgm:spPr/>
    </dgm:pt>
    <dgm:pt modelId="{ADFE0C19-E771-4CF3-8B91-F3A30A6F27A8}" type="pres">
      <dgm:prSet presAssocID="{09EFB360-3113-4A53-BE9F-556AB7BBCB9B}" presName="hierChild2" presStyleCnt="0"/>
      <dgm:spPr/>
    </dgm:pt>
  </dgm:ptLst>
  <dgm:cxnLst>
    <dgm:cxn modelId="{F05ED826-25FC-4E9F-B18D-AA7F6B04F183}" srcId="{C11CE2BC-C27A-4A17-8664-2E970B1C3EDC}" destId="{0C8EFC03-3E17-433D-9061-6D5158A7B838}" srcOrd="1" destOrd="0" parTransId="{DD4A1046-420D-40F6-9790-176AEBD1AB1D}" sibTransId="{2568BF26-21D6-4F32-999A-9CBA3F1122D5}"/>
    <dgm:cxn modelId="{EE3CC928-406B-4250-831A-A8C5577A974F}" srcId="{C11CE2BC-C27A-4A17-8664-2E970B1C3EDC}" destId="{AF756A33-EB78-40F5-A235-A871027DAD81}" srcOrd="0" destOrd="0" parTransId="{C76D32D5-FC39-4485-9993-08F4B878E6D8}" sibTransId="{84578D5C-C422-4E59-A4FB-D12D8487BB30}"/>
    <dgm:cxn modelId="{D3578031-24AC-497A-B0FD-F3688C0304E0}" srcId="{C11CE2BC-C27A-4A17-8664-2E970B1C3EDC}" destId="{09EFB360-3113-4A53-BE9F-556AB7BBCB9B}" srcOrd="2" destOrd="0" parTransId="{FCD1F746-F774-4760-BD09-4FFC88459243}" sibTransId="{299DCA31-F199-4CEE-8166-A71A87A5103D}"/>
    <dgm:cxn modelId="{5F609A46-AC64-4429-9731-2F077BEE2524}" type="presOf" srcId="{C11CE2BC-C27A-4A17-8664-2E970B1C3EDC}" destId="{4609DBE6-2771-4F34-AEEE-1320B92AF142}" srcOrd="0" destOrd="0" presId="urn:microsoft.com/office/officeart/2005/8/layout/hierarchy1"/>
    <dgm:cxn modelId="{37F64082-DA0A-4CB6-877B-57835E144AFB}" type="presOf" srcId="{AF756A33-EB78-40F5-A235-A871027DAD81}" destId="{14C849B8-1D32-475E-B239-7806A18884CA}" srcOrd="0" destOrd="0" presId="urn:microsoft.com/office/officeart/2005/8/layout/hierarchy1"/>
    <dgm:cxn modelId="{023390C8-4535-41F5-89CE-5D1D8D8B2C39}" type="presOf" srcId="{0C8EFC03-3E17-433D-9061-6D5158A7B838}" destId="{5B13DBD2-3374-4F4F-9C45-B321539E130D}" srcOrd="0" destOrd="0" presId="urn:microsoft.com/office/officeart/2005/8/layout/hierarchy1"/>
    <dgm:cxn modelId="{5150F6F5-607A-4043-8110-BC34260091BC}" type="presOf" srcId="{09EFB360-3113-4A53-BE9F-556AB7BBCB9B}" destId="{CE2C5EF8-6DE3-4681-A172-9227257A74B7}" srcOrd="0" destOrd="0" presId="urn:microsoft.com/office/officeart/2005/8/layout/hierarchy1"/>
    <dgm:cxn modelId="{CA8FD97F-257A-4B7E-B2D0-960EC1C2DC37}" type="presParOf" srcId="{4609DBE6-2771-4F34-AEEE-1320B92AF142}" destId="{16ADA0F5-EC2A-454D-91BB-570C85F7BF33}" srcOrd="0" destOrd="0" presId="urn:microsoft.com/office/officeart/2005/8/layout/hierarchy1"/>
    <dgm:cxn modelId="{1DE656A0-FACC-42EA-84CE-8E332009CEDD}" type="presParOf" srcId="{16ADA0F5-EC2A-454D-91BB-570C85F7BF33}" destId="{0E885FA3-DDD2-4E4E-87DF-A0F7B463C9B4}" srcOrd="0" destOrd="0" presId="urn:microsoft.com/office/officeart/2005/8/layout/hierarchy1"/>
    <dgm:cxn modelId="{01AC6AB7-A9D9-453A-9DCE-816A3615AA51}" type="presParOf" srcId="{0E885FA3-DDD2-4E4E-87DF-A0F7B463C9B4}" destId="{34818340-D982-4D10-A291-95FD959853EF}" srcOrd="0" destOrd="0" presId="urn:microsoft.com/office/officeart/2005/8/layout/hierarchy1"/>
    <dgm:cxn modelId="{044F8930-D6DC-4402-897F-327A99C9EB75}" type="presParOf" srcId="{0E885FA3-DDD2-4E4E-87DF-A0F7B463C9B4}" destId="{14C849B8-1D32-475E-B239-7806A18884CA}" srcOrd="1" destOrd="0" presId="urn:microsoft.com/office/officeart/2005/8/layout/hierarchy1"/>
    <dgm:cxn modelId="{D74AEC34-F46F-4EC2-9734-26F7F8866CCA}" type="presParOf" srcId="{16ADA0F5-EC2A-454D-91BB-570C85F7BF33}" destId="{D235A38B-686E-4B48-A5D2-3274E9F6DF38}" srcOrd="1" destOrd="0" presId="urn:microsoft.com/office/officeart/2005/8/layout/hierarchy1"/>
    <dgm:cxn modelId="{374E40EE-1748-4878-AC94-B2E41662CF2D}" type="presParOf" srcId="{4609DBE6-2771-4F34-AEEE-1320B92AF142}" destId="{97B1F2B7-41D3-47EE-905A-95DEE32E0AEF}" srcOrd="1" destOrd="0" presId="urn:microsoft.com/office/officeart/2005/8/layout/hierarchy1"/>
    <dgm:cxn modelId="{4DF1BCEC-D240-44F7-94ED-F903E1309BEA}" type="presParOf" srcId="{97B1F2B7-41D3-47EE-905A-95DEE32E0AEF}" destId="{24A77DF5-2602-42F6-8224-02900626732D}" srcOrd="0" destOrd="0" presId="urn:microsoft.com/office/officeart/2005/8/layout/hierarchy1"/>
    <dgm:cxn modelId="{4ADC55E5-6B17-4501-89E9-1C271A4E8BB0}" type="presParOf" srcId="{24A77DF5-2602-42F6-8224-02900626732D}" destId="{D8B21F47-E283-4B7B-9C6C-B9687A49FFBA}" srcOrd="0" destOrd="0" presId="urn:microsoft.com/office/officeart/2005/8/layout/hierarchy1"/>
    <dgm:cxn modelId="{7342A5F3-E6AE-478B-95DF-C0445D0CC01C}" type="presParOf" srcId="{24A77DF5-2602-42F6-8224-02900626732D}" destId="{5B13DBD2-3374-4F4F-9C45-B321539E130D}" srcOrd="1" destOrd="0" presId="urn:microsoft.com/office/officeart/2005/8/layout/hierarchy1"/>
    <dgm:cxn modelId="{ED8ACEA8-D888-4551-9A8C-620845B92B19}" type="presParOf" srcId="{97B1F2B7-41D3-47EE-905A-95DEE32E0AEF}" destId="{64922FD7-7B27-48E3-BE47-BD7AFD3FDDBB}" srcOrd="1" destOrd="0" presId="urn:microsoft.com/office/officeart/2005/8/layout/hierarchy1"/>
    <dgm:cxn modelId="{60001ED5-9C84-4845-AE3E-0A27A769A51A}" type="presParOf" srcId="{4609DBE6-2771-4F34-AEEE-1320B92AF142}" destId="{DE02EBA9-8CF9-43E4-B911-36D08668795A}" srcOrd="2" destOrd="0" presId="urn:microsoft.com/office/officeart/2005/8/layout/hierarchy1"/>
    <dgm:cxn modelId="{171C0C45-65BD-4BC3-A834-DB0DD4FA8BCF}" type="presParOf" srcId="{DE02EBA9-8CF9-43E4-B911-36D08668795A}" destId="{28DFEB64-171F-44FA-AA4F-54AC37C77B24}" srcOrd="0" destOrd="0" presId="urn:microsoft.com/office/officeart/2005/8/layout/hierarchy1"/>
    <dgm:cxn modelId="{BA61062A-5D4F-4DF0-8086-765B17251E84}" type="presParOf" srcId="{28DFEB64-171F-44FA-AA4F-54AC37C77B24}" destId="{67C87563-09CD-4AF2-AFC2-101F63164911}" srcOrd="0" destOrd="0" presId="urn:microsoft.com/office/officeart/2005/8/layout/hierarchy1"/>
    <dgm:cxn modelId="{93AC711B-9F7E-4376-AB27-1C3F6A8D4636}" type="presParOf" srcId="{28DFEB64-171F-44FA-AA4F-54AC37C77B24}" destId="{CE2C5EF8-6DE3-4681-A172-9227257A74B7}" srcOrd="1" destOrd="0" presId="urn:microsoft.com/office/officeart/2005/8/layout/hierarchy1"/>
    <dgm:cxn modelId="{A0D13A6F-61AD-4E04-B0AC-1652A9639658}" type="presParOf" srcId="{DE02EBA9-8CF9-43E4-B911-36D08668795A}" destId="{ADFE0C19-E771-4CF3-8B91-F3A30A6F27A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1E2AA1-1214-4F35-B521-628D21C5A46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AF7A04-26A7-4D63-927F-83D5AABAC7F5}">
      <dgm:prSet/>
      <dgm:spPr/>
      <dgm:t>
        <a:bodyPr/>
        <a:lstStyle/>
        <a:p>
          <a:r>
            <a:rPr lang="en-US"/>
            <a:t>Relaciones entre entidades</a:t>
          </a:r>
        </a:p>
      </dgm:t>
    </dgm:pt>
    <dgm:pt modelId="{D91E4D30-945E-49D6-BD94-175070C6B62B}" type="parTrans" cxnId="{09CC16B0-CC09-41BB-968B-A70ED6C5BD55}">
      <dgm:prSet/>
      <dgm:spPr/>
      <dgm:t>
        <a:bodyPr/>
        <a:lstStyle/>
        <a:p>
          <a:endParaRPr lang="en-US"/>
        </a:p>
      </dgm:t>
    </dgm:pt>
    <dgm:pt modelId="{F0DAEEC0-D54D-4C13-A79B-9FEE5C07D4B6}" type="sibTrans" cxnId="{09CC16B0-CC09-41BB-968B-A70ED6C5BD55}">
      <dgm:prSet/>
      <dgm:spPr/>
      <dgm:t>
        <a:bodyPr/>
        <a:lstStyle/>
        <a:p>
          <a:endParaRPr lang="en-US"/>
        </a:p>
      </dgm:t>
    </dgm:pt>
    <dgm:pt modelId="{EB6424C4-B0CD-47A8-B9FA-7D2CCBBA8A5D}">
      <dgm:prSet/>
      <dgm:spPr/>
      <dgm:t>
        <a:bodyPr/>
        <a:lstStyle/>
        <a:p>
          <a:r>
            <a:rPr lang="en-US"/>
            <a:t>Plantilla → Notificaciones</a:t>
          </a:r>
        </a:p>
      </dgm:t>
    </dgm:pt>
    <dgm:pt modelId="{3A7D72B6-1FBF-45F5-A929-91655E0D2764}" type="parTrans" cxnId="{A5FD4DC8-BE01-461D-BCFC-D7441689A77C}">
      <dgm:prSet/>
      <dgm:spPr/>
      <dgm:t>
        <a:bodyPr/>
        <a:lstStyle/>
        <a:p>
          <a:endParaRPr lang="en-US"/>
        </a:p>
      </dgm:t>
    </dgm:pt>
    <dgm:pt modelId="{3CA8AAD5-1A6F-44D0-B255-E3AD90121739}" type="sibTrans" cxnId="{A5FD4DC8-BE01-461D-BCFC-D7441689A77C}">
      <dgm:prSet/>
      <dgm:spPr/>
      <dgm:t>
        <a:bodyPr/>
        <a:lstStyle/>
        <a:p>
          <a:endParaRPr lang="en-US"/>
        </a:p>
      </dgm:t>
    </dgm:pt>
    <dgm:pt modelId="{23515B05-819F-41D6-BC51-5FA282E94E69}">
      <dgm:prSet/>
      <dgm:spPr/>
      <dgm:t>
        <a:bodyPr/>
        <a:lstStyle/>
        <a:p>
          <a:r>
            <a:rPr lang="en-US"/>
            <a:t>Control de duplicados</a:t>
          </a:r>
        </a:p>
      </dgm:t>
    </dgm:pt>
    <dgm:pt modelId="{9207CD90-E6CE-4E52-A8B3-791FD187FF32}" type="parTrans" cxnId="{46F04FA0-47DA-4A9D-9916-92DEB17FCE38}">
      <dgm:prSet/>
      <dgm:spPr/>
      <dgm:t>
        <a:bodyPr/>
        <a:lstStyle/>
        <a:p>
          <a:endParaRPr lang="en-US"/>
        </a:p>
      </dgm:t>
    </dgm:pt>
    <dgm:pt modelId="{050EE348-DE91-4E9C-A623-758C61A6F187}" type="sibTrans" cxnId="{46F04FA0-47DA-4A9D-9916-92DEB17FCE38}">
      <dgm:prSet/>
      <dgm:spPr/>
      <dgm:t>
        <a:bodyPr/>
        <a:lstStyle/>
        <a:p>
          <a:endParaRPr lang="en-US"/>
        </a:p>
      </dgm:t>
    </dgm:pt>
    <dgm:pt modelId="{1972F0DB-0C8C-459D-9A7C-99AE33021CEF}" type="pres">
      <dgm:prSet presAssocID="{231E2AA1-1214-4F35-B521-628D21C5A466}" presName="linear" presStyleCnt="0">
        <dgm:presLayoutVars>
          <dgm:animLvl val="lvl"/>
          <dgm:resizeHandles val="exact"/>
        </dgm:presLayoutVars>
      </dgm:prSet>
      <dgm:spPr/>
    </dgm:pt>
    <dgm:pt modelId="{98C2649C-E96D-4AD4-A8B2-9FADAEE6D289}" type="pres">
      <dgm:prSet presAssocID="{58AF7A04-26A7-4D63-927F-83D5AABAC7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A7D4569-ED45-4672-BFA7-6C4A9832398A}" type="pres">
      <dgm:prSet presAssocID="{F0DAEEC0-D54D-4C13-A79B-9FEE5C07D4B6}" presName="spacer" presStyleCnt="0"/>
      <dgm:spPr/>
    </dgm:pt>
    <dgm:pt modelId="{41A06ACC-9914-4803-8113-4ECC2F0F32AB}" type="pres">
      <dgm:prSet presAssocID="{EB6424C4-B0CD-47A8-B9FA-7D2CCBBA8A5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443E58A-C81F-4C53-9EC4-AFBE804B4C39}" type="pres">
      <dgm:prSet presAssocID="{3CA8AAD5-1A6F-44D0-B255-E3AD90121739}" presName="spacer" presStyleCnt="0"/>
      <dgm:spPr/>
    </dgm:pt>
    <dgm:pt modelId="{0433D17A-1F39-46AD-964A-B1A9DC16E103}" type="pres">
      <dgm:prSet presAssocID="{23515B05-819F-41D6-BC51-5FA282E94E6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567A2D-04EE-48D2-AFD5-4FC4F248AEFB}" type="presOf" srcId="{231E2AA1-1214-4F35-B521-628D21C5A466}" destId="{1972F0DB-0C8C-459D-9A7C-99AE33021CEF}" srcOrd="0" destOrd="0" presId="urn:microsoft.com/office/officeart/2005/8/layout/vList2"/>
    <dgm:cxn modelId="{7380F12F-9373-423F-BBE1-BDE040FC86EC}" type="presOf" srcId="{23515B05-819F-41D6-BC51-5FA282E94E69}" destId="{0433D17A-1F39-46AD-964A-B1A9DC16E103}" srcOrd="0" destOrd="0" presId="urn:microsoft.com/office/officeart/2005/8/layout/vList2"/>
    <dgm:cxn modelId="{D8DB0944-0374-4C5B-A0F4-A2DEA3799B67}" type="presOf" srcId="{EB6424C4-B0CD-47A8-B9FA-7D2CCBBA8A5D}" destId="{41A06ACC-9914-4803-8113-4ECC2F0F32AB}" srcOrd="0" destOrd="0" presId="urn:microsoft.com/office/officeart/2005/8/layout/vList2"/>
    <dgm:cxn modelId="{1AD37E58-5AC4-4F14-A84D-5DFD683C5375}" type="presOf" srcId="{58AF7A04-26A7-4D63-927F-83D5AABAC7F5}" destId="{98C2649C-E96D-4AD4-A8B2-9FADAEE6D289}" srcOrd="0" destOrd="0" presId="urn:microsoft.com/office/officeart/2005/8/layout/vList2"/>
    <dgm:cxn modelId="{46F04FA0-47DA-4A9D-9916-92DEB17FCE38}" srcId="{231E2AA1-1214-4F35-B521-628D21C5A466}" destId="{23515B05-819F-41D6-BC51-5FA282E94E69}" srcOrd="2" destOrd="0" parTransId="{9207CD90-E6CE-4E52-A8B3-791FD187FF32}" sibTransId="{050EE348-DE91-4E9C-A623-758C61A6F187}"/>
    <dgm:cxn modelId="{09CC16B0-CC09-41BB-968B-A70ED6C5BD55}" srcId="{231E2AA1-1214-4F35-B521-628D21C5A466}" destId="{58AF7A04-26A7-4D63-927F-83D5AABAC7F5}" srcOrd="0" destOrd="0" parTransId="{D91E4D30-945E-49D6-BD94-175070C6B62B}" sibTransId="{F0DAEEC0-D54D-4C13-A79B-9FEE5C07D4B6}"/>
    <dgm:cxn modelId="{A5FD4DC8-BE01-461D-BCFC-D7441689A77C}" srcId="{231E2AA1-1214-4F35-B521-628D21C5A466}" destId="{EB6424C4-B0CD-47A8-B9FA-7D2CCBBA8A5D}" srcOrd="1" destOrd="0" parTransId="{3A7D72B6-1FBF-45F5-A929-91655E0D2764}" sibTransId="{3CA8AAD5-1A6F-44D0-B255-E3AD90121739}"/>
    <dgm:cxn modelId="{A42628A3-B577-4BB6-99F2-2DE48FD1C116}" type="presParOf" srcId="{1972F0DB-0C8C-459D-9A7C-99AE33021CEF}" destId="{98C2649C-E96D-4AD4-A8B2-9FADAEE6D289}" srcOrd="0" destOrd="0" presId="urn:microsoft.com/office/officeart/2005/8/layout/vList2"/>
    <dgm:cxn modelId="{5755CD4D-147D-452C-A0A5-3F31A4BEDE20}" type="presParOf" srcId="{1972F0DB-0C8C-459D-9A7C-99AE33021CEF}" destId="{CA7D4569-ED45-4672-BFA7-6C4A9832398A}" srcOrd="1" destOrd="0" presId="urn:microsoft.com/office/officeart/2005/8/layout/vList2"/>
    <dgm:cxn modelId="{EE31483C-BB83-46E4-AEF8-54156E369EF1}" type="presParOf" srcId="{1972F0DB-0C8C-459D-9A7C-99AE33021CEF}" destId="{41A06ACC-9914-4803-8113-4ECC2F0F32AB}" srcOrd="2" destOrd="0" presId="urn:microsoft.com/office/officeart/2005/8/layout/vList2"/>
    <dgm:cxn modelId="{C5DDB9F1-D37F-4559-B9E9-5011B3DD6C47}" type="presParOf" srcId="{1972F0DB-0C8C-459D-9A7C-99AE33021CEF}" destId="{E443E58A-C81F-4C53-9EC4-AFBE804B4C39}" srcOrd="3" destOrd="0" presId="urn:microsoft.com/office/officeart/2005/8/layout/vList2"/>
    <dgm:cxn modelId="{BC299F9E-04D5-47D7-9917-6B390145CF95}" type="presParOf" srcId="{1972F0DB-0C8C-459D-9A7C-99AE33021CEF}" destId="{0433D17A-1F39-46AD-964A-B1A9DC16E10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433F23-BB29-4BA9-9107-DA9D28A4F36B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722F00F-B059-4086-9B98-1D9BED0180DA}">
      <dgm:prSet/>
      <dgm:spPr/>
      <dgm:t>
        <a:bodyPr/>
        <a:lstStyle/>
        <a:p>
          <a:r>
            <a:rPr lang="en-US"/>
            <a:t>Tablas principales:</a:t>
          </a:r>
        </a:p>
      </dgm:t>
    </dgm:pt>
    <dgm:pt modelId="{9770ACC6-A98B-44C5-A204-B1CCFDCB57C7}" type="parTrans" cxnId="{EB92FEE2-75E3-4E11-A12C-90CB5FE97375}">
      <dgm:prSet/>
      <dgm:spPr/>
      <dgm:t>
        <a:bodyPr/>
        <a:lstStyle/>
        <a:p>
          <a:endParaRPr lang="en-US"/>
        </a:p>
      </dgm:t>
    </dgm:pt>
    <dgm:pt modelId="{D6876A37-0E52-440D-A56A-5E09A063703A}" type="sibTrans" cxnId="{EB92FEE2-75E3-4E11-A12C-90CB5FE97375}">
      <dgm:prSet/>
      <dgm:spPr/>
      <dgm:t>
        <a:bodyPr/>
        <a:lstStyle/>
        <a:p>
          <a:endParaRPr lang="en-US"/>
        </a:p>
      </dgm:t>
    </dgm:pt>
    <dgm:pt modelId="{AD2E922A-3DE5-404B-BDF0-E398A5E3CD7F}">
      <dgm:prSet/>
      <dgm:spPr/>
      <dgm:t>
        <a:bodyPr/>
        <a:lstStyle/>
        <a:p>
          <a:r>
            <a:rPr lang="en-US"/>
            <a:t>notificaciones</a:t>
          </a:r>
        </a:p>
      </dgm:t>
    </dgm:pt>
    <dgm:pt modelId="{0A6800DC-D1CB-44B7-A399-66B76A274BCA}" type="parTrans" cxnId="{88F194F1-2573-4133-BB59-5AA627540962}">
      <dgm:prSet/>
      <dgm:spPr/>
      <dgm:t>
        <a:bodyPr/>
        <a:lstStyle/>
        <a:p>
          <a:endParaRPr lang="en-US"/>
        </a:p>
      </dgm:t>
    </dgm:pt>
    <dgm:pt modelId="{6B724681-DA14-46E7-A70A-18967E072144}" type="sibTrans" cxnId="{88F194F1-2573-4133-BB59-5AA627540962}">
      <dgm:prSet/>
      <dgm:spPr/>
      <dgm:t>
        <a:bodyPr/>
        <a:lstStyle/>
        <a:p>
          <a:endParaRPr lang="en-US"/>
        </a:p>
      </dgm:t>
    </dgm:pt>
    <dgm:pt modelId="{27394564-2635-4176-BBC9-7CB3A01E382F}">
      <dgm:prSet/>
      <dgm:spPr/>
      <dgm:t>
        <a:bodyPr/>
        <a:lstStyle/>
        <a:p>
          <a:r>
            <a:rPr lang="en-US"/>
            <a:t>plantilla_notificacion</a:t>
          </a:r>
        </a:p>
      </dgm:t>
    </dgm:pt>
    <dgm:pt modelId="{C51447B2-DA75-45C9-BC80-C1FB316C352B}" type="parTrans" cxnId="{C78587DF-7484-4E9E-9093-184FFA63D8C1}">
      <dgm:prSet/>
      <dgm:spPr/>
      <dgm:t>
        <a:bodyPr/>
        <a:lstStyle/>
        <a:p>
          <a:endParaRPr lang="en-US"/>
        </a:p>
      </dgm:t>
    </dgm:pt>
    <dgm:pt modelId="{F2AF6742-D548-4CCD-BEB3-A900EE8940B6}" type="sibTrans" cxnId="{C78587DF-7484-4E9E-9093-184FFA63D8C1}">
      <dgm:prSet/>
      <dgm:spPr/>
      <dgm:t>
        <a:bodyPr/>
        <a:lstStyle/>
        <a:p>
          <a:endParaRPr lang="en-US"/>
        </a:p>
      </dgm:t>
    </dgm:pt>
    <dgm:pt modelId="{47C6C565-84CB-49F6-AB85-132295A39A9A}">
      <dgm:prSet/>
      <dgm:spPr/>
      <dgm:t>
        <a:bodyPr/>
        <a:lstStyle/>
        <a:p>
          <a:r>
            <a:rPr lang="en-US"/>
            <a:t>consumo_eventos</a:t>
          </a:r>
        </a:p>
      </dgm:t>
    </dgm:pt>
    <dgm:pt modelId="{2EF8C156-33F9-4B5E-9A4A-561F88059CA2}" type="parTrans" cxnId="{81C3DC13-EC03-40E3-979B-FE13AA49BE2E}">
      <dgm:prSet/>
      <dgm:spPr/>
      <dgm:t>
        <a:bodyPr/>
        <a:lstStyle/>
        <a:p>
          <a:endParaRPr lang="en-US"/>
        </a:p>
      </dgm:t>
    </dgm:pt>
    <dgm:pt modelId="{9C8F4DCA-B859-400C-8FAF-7264BD53F9D7}" type="sibTrans" cxnId="{81C3DC13-EC03-40E3-979B-FE13AA49BE2E}">
      <dgm:prSet/>
      <dgm:spPr/>
      <dgm:t>
        <a:bodyPr/>
        <a:lstStyle/>
        <a:p>
          <a:endParaRPr lang="en-US"/>
        </a:p>
      </dgm:t>
    </dgm:pt>
    <dgm:pt modelId="{78B5A26D-A320-4441-B365-E08761D68339}" type="pres">
      <dgm:prSet presAssocID="{1A433F23-BB29-4BA9-9107-DA9D28A4F36B}" presName="Name0" presStyleCnt="0">
        <dgm:presLayoutVars>
          <dgm:dir/>
          <dgm:animLvl val="lvl"/>
          <dgm:resizeHandles val="exact"/>
        </dgm:presLayoutVars>
      </dgm:prSet>
      <dgm:spPr/>
    </dgm:pt>
    <dgm:pt modelId="{F0FE18DC-3971-49C9-A0FD-E84EAB175A31}" type="pres">
      <dgm:prSet presAssocID="{D722F00F-B059-4086-9B98-1D9BED0180DA}" presName="linNode" presStyleCnt="0"/>
      <dgm:spPr/>
    </dgm:pt>
    <dgm:pt modelId="{8DA2DBAE-1096-44B0-904C-CDE79C05EFDE}" type="pres">
      <dgm:prSet presAssocID="{D722F00F-B059-4086-9B98-1D9BED0180D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F571BFF-402A-4DF8-A555-499C5282DA78}" type="pres">
      <dgm:prSet presAssocID="{D6876A37-0E52-440D-A56A-5E09A063703A}" presName="sp" presStyleCnt="0"/>
      <dgm:spPr/>
    </dgm:pt>
    <dgm:pt modelId="{E661AE5D-2244-41A7-BA18-2CD261FA1A4C}" type="pres">
      <dgm:prSet presAssocID="{AD2E922A-3DE5-404B-BDF0-E398A5E3CD7F}" presName="linNode" presStyleCnt="0"/>
      <dgm:spPr/>
    </dgm:pt>
    <dgm:pt modelId="{3A78AACD-5C8A-4CDC-972F-A36AD9267439}" type="pres">
      <dgm:prSet presAssocID="{AD2E922A-3DE5-404B-BDF0-E398A5E3CD7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0846928-9D7B-4A06-835C-A38F49BD5D45}" type="pres">
      <dgm:prSet presAssocID="{6B724681-DA14-46E7-A70A-18967E072144}" presName="sp" presStyleCnt="0"/>
      <dgm:spPr/>
    </dgm:pt>
    <dgm:pt modelId="{80316928-77F9-458D-975E-B3B56972D94F}" type="pres">
      <dgm:prSet presAssocID="{27394564-2635-4176-BBC9-7CB3A01E382F}" presName="linNode" presStyleCnt="0"/>
      <dgm:spPr/>
    </dgm:pt>
    <dgm:pt modelId="{CBF20E20-A765-43E7-8C80-75DEE4A791DE}" type="pres">
      <dgm:prSet presAssocID="{27394564-2635-4176-BBC9-7CB3A01E382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D2DF571-711F-4478-9445-F3577CF96A0E}" type="pres">
      <dgm:prSet presAssocID="{F2AF6742-D548-4CCD-BEB3-A900EE8940B6}" presName="sp" presStyleCnt="0"/>
      <dgm:spPr/>
    </dgm:pt>
    <dgm:pt modelId="{D7565BB3-C671-44CD-906D-E1117BAE2418}" type="pres">
      <dgm:prSet presAssocID="{47C6C565-84CB-49F6-AB85-132295A39A9A}" presName="linNode" presStyleCnt="0"/>
      <dgm:spPr/>
    </dgm:pt>
    <dgm:pt modelId="{7E15516D-2769-40EC-BF82-1EA3222AF567}" type="pres">
      <dgm:prSet presAssocID="{47C6C565-84CB-49F6-AB85-132295A39A9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2C10A308-7A20-416D-9F58-939732FC8B83}" type="presOf" srcId="{AD2E922A-3DE5-404B-BDF0-E398A5E3CD7F}" destId="{3A78AACD-5C8A-4CDC-972F-A36AD9267439}" srcOrd="0" destOrd="0" presId="urn:microsoft.com/office/officeart/2005/8/layout/vList5"/>
    <dgm:cxn modelId="{81C3DC13-EC03-40E3-979B-FE13AA49BE2E}" srcId="{1A433F23-BB29-4BA9-9107-DA9D28A4F36B}" destId="{47C6C565-84CB-49F6-AB85-132295A39A9A}" srcOrd="3" destOrd="0" parTransId="{2EF8C156-33F9-4B5E-9A4A-561F88059CA2}" sibTransId="{9C8F4DCA-B859-400C-8FAF-7264BD53F9D7}"/>
    <dgm:cxn modelId="{4360EB6B-7074-4674-9C25-1081368E50CF}" type="presOf" srcId="{27394564-2635-4176-BBC9-7CB3A01E382F}" destId="{CBF20E20-A765-43E7-8C80-75DEE4A791DE}" srcOrd="0" destOrd="0" presId="urn:microsoft.com/office/officeart/2005/8/layout/vList5"/>
    <dgm:cxn modelId="{8ED028A2-2A45-4554-BF41-5D228877FB0C}" type="presOf" srcId="{D722F00F-B059-4086-9B98-1D9BED0180DA}" destId="{8DA2DBAE-1096-44B0-904C-CDE79C05EFDE}" srcOrd="0" destOrd="0" presId="urn:microsoft.com/office/officeart/2005/8/layout/vList5"/>
    <dgm:cxn modelId="{7ADD98A7-29F5-442E-92F8-BD5941D84671}" type="presOf" srcId="{1A433F23-BB29-4BA9-9107-DA9D28A4F36B}" destId="{78B5A26D-A320-4441-B365-E08761D68339}" srcOrd="0" destOrd="0" presId="urn:microsoft.com/office/officeart/2005/8/layout/vList5"/>
    <dgm:cxn modelId="{C78587DF-7484-4E9E-9093-184FFA63D8C1}" srcId="{1A433F23-BB29-4BA9-9107-DA9D28A4F36B}" destId="{27394564-2635-4176-BBC9-7CB3A01E382F}" srcOrd="2" destOrd="0" parTransId="{C51447B2-DA75-45C9-BC80-C1FB316C352B}" sibTransId="{F2AF6742-D548-4CCD-BEB3-A900EE8940B6}"/>
    <dgm:cxn modelId="{EB92FEE2-75E3-4E11-A12C-90CB5FE97375}" srcId="{1A433F23-BB29-4BA9-9107-DA9D28A4F36B}" destId="{D722F00F-B059-4086-9B98-1D9BED0180DA}" srcOrd="0" destOrd="0" parTransId="{9770ACC6-A98B-44C5-A204-B1CCFDCB57C7}" sibTransId="{D6876A37-0E52-440D-A56A-5E09A063703A}"/>
    <dgm:cxn modelId="{88F194F1-2573-4133-BB59-5AA627540962}" srcId="{1A433F23-BB29-4BA9-9107-DA9D28A4F36B}" destId="{AD2E922A-3DE5-404B-BDF0-E398A5E3CD7F}" srcOrd="1" destOrd="0" parTransId="{0A6800DC-D1CB-44B7-A399-66B76A274BCA}" sibTransId="{6B724681-DA14-46E7-A70A-18967E072144}"/>
    <dgm:cxn modelId="{798C74FD-6211-4D36-AA7F-F63F4EFE4172}" type="presOf" srcId="{47C6C565-84CB-49F6-AB85-132295A39A9A}" destId="{7E15516D-2769-40EC-BF82-1EA3222AF567}" srcOrd="0" destOrd="0" presId="urn:microsoft.com/office/officeart/2005/8/layout/vList5"/>
    <dgm:cxn modelId="{F62AF408-463F-49F7-8180-7C3B00D898ED}" type="presParOf" srcId="{78B5A26D-A320-4441-B365-E08761D68339}" destId="{F0FE18DC-3971-49C9-A0FD-E84EAB175A31}" srcOrd="0" destOrd="0" presId="urn:microsoft.com/office/officeart/2005/8/layout/vList5"/>
    <dgm:cxn modelId="{2C2E6D27-2A69-4B7A-8EA6-4DE271D58AF0}" type="presParOf" srcId="{F0FE18DC-3971-49C9-A0FD-E84EAB175A31}" destId="{8DA2DBAE-1096-44B0-904C-CDE79C05EFDE}" srcOrd="0" destOrd="0" presId="urn:microsoft.com/office/officeart/2005/8/layout/vList5"/>
    <dgm:cxn modelId="{330CDD97-CC68-42EA-B81D-7D7959F8E524}" type="presParOf" srcId="{78B5A26D-A320-4441-B365-E08761D68339}" destId="{7F571BFF-402A-4DF8-A555-499C5282DA78}" srcOrd="1" destOrd="0" presId="urn:microsoft.com/office/officeart/2005/8/layout/vList5"/>
    <dgm:cxn modelId="{EAED89C8-35A2-42E7-AB39-3F4BCB45F419}" type="presParOf" srcId="{78B5A26D-A320-4441-B365-E08761D68339}" destId="{E661AE5D-2244-41A7-BA18-2CD261FA1A4C}" srcOrd="2" destOrd="0" presId="urn:microsoft.com/office/officeart/2005/8/layout/vList5"/>
    <dgm:cxn modelId="{3BF753D7-6F98-4421-988F-9E7E82105142}" type="presParOf" srcId="{E661AE5D-2244-41A7-BA18-2CD261FA1A4C}" destId="{3A78AACD-5C8A-4CDC-972F-A36AD9267439}" srcOrd="0" destOrd="0" presId="urn:microsoft.com/office/officeart/2005/8/layout/vList5"/>
    <dgm:cxn modelId="{2CAE7EAA-05EC-420F-A039-F268335EB362}" type="presParOf" srcId="{78B5A26D-A320-4441-B365-E08761D68339}" destId="{50846928-9D7B-4A06-835C-A38F49BD5D45}" srcOrd="3" destOrd="0" presId="urn:microsoft.com/office/officeart/2005/8/layout/vList5"/>
    <dgm:cxn modelId="{219569A5-0F4D-4AF8-A568-1739DB5C23AB}" type="presParOf" srcId="{78B5A26D-A320-4441-B365-E08761D68339}" destId="{80316928-77F9-458D-975E-B3B56972D94F}" srcOrd="4" destOrd="0" presId="urn:microsoft.com/office/officeart/2005/8/layout/vList5"/>
    <dgm:cxn modelId="{0C541FFF-3FD3-422A-9ADD-BD0BFD3BA3DD}" type="presParOf" srcId="{80316928-77F9-458D-975E-B3B56972D94F}" destId="{CBF20E20-A765-43E7-8C80-75DEE4A791DE}" srcOrd="0" destOrd="0" presId="urn:microsoft.com/office/officeart/2005/8/layout/vList5"/>
    <dgm:cxn modelId="{567088A0-B968-48BA-A46B-E7B72AA4AE4D}" type="presParOf" srcId="{78B5A26D-A320-4441-B365-E08761D68339}" destId="{8D2DF571-711F-4478-9445-F3577CF96A0E}" srcOrd="5" destOrd="0" presId="urn:microsoft.com/office/officeart/2005/8/layout/vList5"/>
    <dgm:cxn modelId="{F4C43F87-4D49-4F7E-8D25-B904AEEA388F}" type="presParOf" srcId="{78B5A26D-A320-4441-B365-E08761D68339}" destId="{D7565BB3-C671-44CD-906D-E1117BAE2418}" srcOrd="6" destOrd="0" presId="urn:microsoft.com/office/officeart/2005/8/layout/vList5"/>
    <dgm:cxn modelId="{2E7CCF43-BF43-4FA4-808B-7A9934DBECBC}" type="presParOf" srcId="{D7565BB3-C671-44CD-906D-E1117BAE2418}" destId="{7E15516D-2769-40EC-BF82-1EA3222AF56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9D924E-77AB-46F3-9FD7-B56639E73CE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E0368D3-2372-4D9A-B505-3800279884ED}">
      <dgm:prSet/>
      <dgm:spPr/>
      <dgm:t>
        <a:bodyPr/>
        <a:lstStyle/>
        <a:p>
          <a:r>
            <a:rPr lang="en-US"/>
            <a:t>Notificaciones por usuario</a:t>
          </a:r>
        </a:p>
      </dgm:t>
    </dgm:pt>
    <dgm:pt modelId="{264522BB-E4A5-4F61-83ED-A96B9BB3BA0D}" type="parTrans" cxnId="{FA5CE1BE-84DF-4303-97B2-D0A2D26935EF}">
      <dgm:prSet/>
      <dgm:spPr/>
      <dgm:t>
        <a:bodyPr/>
        <a:lstStyle/>
        <a:p>
          <a:endParaRPr lang="en-US"/>
        </a:p>
      </dgm:t>
    </dgm:pt>
    <dgm:pt modelId="{B4C18A49-6127-4089-8087-C7AC0E0B4825}" type="sibTrans" cxnId="{FA5CE1BE-84DF-4303-97B2-D0A2D26935EF}">
      <dgm:prSet/>
      <dgm:spPr/>
      <dgm:t>
        <a:bodyPr/>
        <a:lstStyle/>
        <a:p>
          <a:endParaRPr lang="en-US"/>
        </a:p>
      </dgm:t>
    </dgm:pt>
    <dgm:pt modelId="{2BFB6D35-0F09-4E2F-AEEC-0DF9940B0AEB}">
      <dgm:prSet/>
      <dgm:spPr/>
      <dgm:t>
        <a:bodyPr/>
        <a:lstStyle/>
        <a:p>
          <a:r>
            <a:rPr lang="en-US"/>
            <a:t>Por guía</a:t>
          </a:r>
        </a:p>
      </dgm:t>
    </dgm:pt>
    <dgm:pt modelId="{EEFB6DA8-155A-4167-A2E5-F26DBD0B66CB}" type="parTrans" cxnId="{E9D5EE6E-0F8E-4177-9214-FF14B34ACC32}">
      <dgm:prSet/>
      <dgm:spPr/>
      <dgm:t>
        <a:bodyPr/>
        <a:lstStyle/>
        <a:p>
          <a:endParaRPr lang="en-US"/>
        </a:p>
      </dgm:t>
    </dgm:pt>
    <dgm:pt modelId="{81290412-D370-469C-B7A1-C0E8E585858D}" type="sibTrans" cxnId="{E9D5EE6E-0F8E-4177-9214-FF14B34ACC32}">
      <dgm:prSet/>
      <dgm:spPr/>
      <dgm:t>
        <a:bodyPr/>
        <a:lstStyle/>
        <a:p>
          <a:endParaRPr lang="en-US"/>
        </a:p>
      </dgm:t>
    </dgm:pt>
    <dgm:pt modelId="{FEBFFBF3-37EA-4645-B14F-43C5B3ED0C75}">
      <dgm:prSet/>
      <dgm:spPr/>
      <dgm:t>
        <a:bodyPr/>
        <a:lstStyle/>
        <a:p>
          <a:r>
            <a:rPr lang="en-US"/>
            <a:t>Pendientes</a:t>
          </a:r>
        </a:p>
      </dgm:t>
    </dgm:pt>
    <dgm:pt modelId="{08DDBB6D-0B8A-4AC8-97C7-106A903B753E}" type="parTrans" cxnId="{0767EF35-573F-434C-AAF9-DE2E935175BF}">
      <dgm:prSet/>
      <dgm:spPr/>
      <dgm:t>
        <a:bodyPr/>
        <a:lstStyle/>
        <a:p>
          <a:endParaRPr lang="en-US"/>
        </a:p>
      </dgm:t>
    </dgm:pt>
    <dgm:pt modelId="{F467E557-6681-4FA9-ABEB-F27A1889D4BF}" type="sibTrans" cxnId="{0767EF35-573F-434C-AAF9-DE2E935175BF}">
      <dgm:prSet/>
      <dgm:spPr/>
      <dgm:t>
        <a:bodyPr/>
        <a:lstStyle/>
        <a:p>
          <a:endParaRPr lang="en-US"/>
        </a:p>
      </dgm:t>
    </dgm:pt>
    <dgm:pt modelId="{68608639-277B-4344-9C17-27CFBEFF8664}">
      <dgm:prSet/>
      <dgm:spPr/>
      <dgm:t>
        <a:bodyPr/>
        <a:lstStyle/>
        <a:p>
          <a:r>
            <a:rPr lang="en-US"/>
            <a:t>Eventos procesados</a:t>
          </a:r>
        </a:p>
      </dgm:t>
    </dgm:pt>
    <dgm:pt modelId="{08CF3ABC-5936-48D5-AAF7-85629FACD6E2}" type="parTrans" cxnId="{92D07C66-9807-4DA0-81DA-BD1C348EAB3A}">
      <dgm:prSet/>
      <dgm:spPr/>
      <dgm:t>
        <a:bodyPr/>
        <a:lstStyle/>
        <a:p>
          <a:endParaRPr lang="en-US"/>
        </a:p>
      </dgm:t>
    </dgm:pt>
    <dgm:pt modelId="{52E8DA00-C6F9-43DD-A2E7-AF20A886741E}" type="sibTrans" cxnId="{92D07C66-9807-4DA0-81DA-BD1C348EAB3A}">
      <dgm:prSet/>
      <dgm:spPr/>
      <dgm:t>
        <a:bodyPr/>
        <a:lstStyle/>
        <a:p>
          <a:endParaRPr lang="en-US"/>
        </a:p>
      </dgm:t>
    </dgm:pt>
    <dgm:pt modelId="{A95CFC03-4A56-4D4F-A338-E38FEE832874}" type="pres">
      <dgm:prSet presAssocID="{499D924E-77AB-46F3-9FD7-B56639E73CE7}" presName="linear" presStyleCnt="0">
        <dgm:presLayoutVars>
          <dgm:animLvl val="lvl"/>
          <dgm:resizeHandles val="exact"/>
        </dgm:presLayoutVars>
      </dgm:prSet>
      <dgm:spPr/>
    </dgm:pt>
    <dgm:pt modelId="{56A2B041-D859-49C3-9BFC-D1BACB5CC66E}" type="pres">
      <dgm:prSet presAssocID="{7E0368D3-2372-4D9A-B505-3800279884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3291BEC-CD70-479A-BEB6-F4EE3673791B}" type="pres">
      <dgm:prSet presAssocID="{B4C18A49-6127-4089-8087-C7AC0E0B4825}" presName="spacer" presStyleCnt="0"/>
      <dgm:spPr/>
    </dgm:pt>
    <dgm:pt modelId="{B083A19C-2E82-401C-8F79-AC0102B5867F}" type="pres">
      <dgm:prSet presAssocID="{2BFB6D35-0F09-4E2F-AEEC-0DF9940B0A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655095-50FD-4B8D-B674-C67B44F575AC}" type="pres">
      <dgm:prSet presAssocID="{81290412-D370-469C-B7A1-C0E8E585858D}" presName="spacer" presStyleCnt="0"/>
      <dgm:spPr/>
    </dgm:pt>
    <dgm:pt modelId="{1FFEFF3C-C8D4-4454-A27C-B5D40E0D3E1F}" type="pres">
      <dgm:prSet presAssocID="{FEBFFBF3-37EA-4645-B14F-43C5B3ED0C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63DC8B0-AAD9-4FF5-B4B5-CB727BA0887E}" type="pres">
      <dgm:prSet presAssocID="{F467E557-6681-4FA9-ABEB-F27A1889D4BF}" presName="spacer" presStyleCnt="0"/>
      <dgm:spPr/>
    </dgm:pt>
    <dgm:pt modelId="{A965FF80-6007-4145-AE2A-1D8434BEABBF}" type="pres">
      <dgm:prSet presAssocID="{68608639-277B-4344-9C17-27CFBEFF86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767EF35-573F-434C-AAF9-DE2E935175BF}" srcId="{499D924E-77AB-46F3-9FD7-B56639E73CE7}" destId="{FEBFFBF3-37EA-4645-B14F-43C5B3ED0C75}" srcOrd="2" destOrd="0" parTransId="{08DDBB6D-0B8A-4AC8-97C7-106A903B753E}" sibTransId="{F467E557-6681-4FA9-ABEB-F27A1889D4BF}"/>
    <dgm:cxn modelId="{AC22E240-CD29-4271-A2F7-11D2C552B298}" type="presOf" srcId="{7E0368D3-2372-4D9A-B505-3800279884ED}" destId="{56A2B041-D859-49C3-9BFC-D1BACB5CC66E}" srcOrd="0" destOrd="0" presId="urn:microsoft.com/office/officeart/2005/8/layout/vList2"/>
    <dgm:cxn modelId="{92D07C66-9807-4DA0-81DA-BD1C348EAB3A}" srcId="{499D924E-77AB-46F3-9FD7-B56639E73CE7}" destId="{68608639-277B-4344-9C17-27CFBEFF8664}" srcOrd="3" destOrd="0" parTransId="{08CF3ABC-5936-48D5-AAF7-85629FACD6E2}" sibTransId="{52E8DA00-C6F9-43DD-A2E7-AF20A886741E}"/>
    <dgm:cxn modelId="{89C0756E-465A-417C-904B-254365C17AE2}" type="presOf" srcId="{68608639-277B-4344-9C17-27CFBEFF8664}" destId="{A965FF80-6007-4145-AE2A-1D8434BEABBF}" srcOrd="0" destOrd="0" presId="urn:microsoft.com/office/officeart/2005/8/layout/vList2"/>
    <dgm:cxn modelId="{E9D5EE6E-0F8E-4177-9214-FF14B34ACC32}" srcId="{499D924E-77AB-46F3-9FD7-B56639E73CE7}" destId="{2BFB6D35-0F09-4E2F-AEEC-0DF9940B0AEB}" srcOrd="1" destOrd="0" parTransId="{EEFB6DA8-155A-4167-A2E5-F26DBD0B66CB}" sibTransId="{81290412-D370-469C-B7A1-C0E8E585858D}"/>
    <dgm:cxn modelId="{AB98A06F-4084-418C-94F1-2B4883F33203}" type="presOf" srcId="{499D924E-77AB-46F3-9FD7-B56639E73CE7}" destId="{A95CFC03-4A56-4D4F-A338-E38FEE832874}" srcOrd="0" destOrd="0" presId="urn:microsoft.com/office/officeart/2005/8/layout/vList2"/>
    <dgm:cxn modelId="{740A607C-B0E4-42B2-A958-1C693B1C0E04}" type="presOf" srcId="{FEBFFBF3-37EA-4645-B14F-43C5B3ED0C75}" destId="{1FFEFF3C-C8D4-4454-A27C-B5D40E0D3E1F}" srcOrd="0" destOrd="0" presId="urn:microsoft.com/office/officeart/2005/8/layout/vList2"/>
    <dgm:cxn modelId="{C51507BD-B694-44CE-A7DF-56BA62E58DC4}" type="presOf" srcId="{2BFB6D35-0F09-4E2F-AEEC-0DF9940B0AEB}" destId="{B083A19C-2E82-401C-8F79-AC0102B5867F}" srcOrd="0" destOrd="0" presId="urn:microsoft.com/office/officeart/2005/8/layout/vList2"/>
    <dgm:cxn modelId="{FA5CE1BE-84DF-4303-97B2-D0A2D26935EF}" srcId="{499D924E-77AB-46F3-9FD7-B56639E73CE7}" destId="{7E0368D3-2372-4D9A-B505-3800279884ED}" srcOrd="0" destOrd="0" parTransId="{264522BB-E4A5-4F61-83ED-A96B9BB3BA0D}" sibTransId="{B4C18A49-6127-4089-8087-C7AC0E0B4825}"/>
    <dgm:cxn modelId="{73E0F694-30DD-470B-B0F9-AC20BD1BFDB8}" type="presParOf" srcId="{A95CFC03-4A56-4D4F-A338-E38FEE832874}" destId="{56A2B041-D859-49C3-9BFC-D1BACB5CC66E}" srcOrd="0" destOrd="0" presId="urn:microsoft.com/office/officeart/2005/8/layout/vList2"/>
    <dgm:cxn modelId="{41701E7A-D14B-4302-B37A-85711C8EB616}" type="presParOf" srcId="{A95CFC03-4A56-4D4F-A338-E38FEE832874}" destId="{63291BEC-CD70-479A-BEB6-F4EE3673791B}" srcOrd="1" destOrd="0" presId="urn:microsoft.com/office/officeart/2005/8/layout/vList2"/>
    <dgm:cxn modelId="{48A5BB01-9F90-4763-B64A-54571F53B3FB}" type="presParOf" srcId="{A95CFC03-4A56-4D4F-A338-E38FEE832874}" destId="{B083A19C-2E82-401C-8F79-AC0102B5867F}" srcOrd="2" destOrd="0" presId="urn:microsoft.com/office/officeart/2005/8/layout/vList2"/>
    <dgm:cxn modelId="{5488CC2F-4BEA-4460-A5F8-C67FF2D0F767}" type="presParOf" srcId="{A95CFC03-4A56-4D4F-A338-E38FEE832874}" destId="{85655095-50FD-4B8D-B674-C67B44F575AC}" srcOrd="3" destOrd="0" presId="urn:microsoft.com/office/officeart/2005/8/layout/vList2"/>
    <dgm:cxn modelId="{D0220B19-F1A9-43D4-BAF6-089339AA5F7D}" type="presParOf" srcId="{A95CFC03-4A56-4D4F-A338-E38FEE832874}" destId="{1FFEFF3C-C8D4-4454-A27C-B5D40E0D3E1F}" srcOrd="4" destOrd="0" presId="urn:microsoft.com/office/officeart/2005/8/layout/vList2"/>
    <dgm:cxn modelId="{80EFE26C-4E28-47E7-ADD6-2DA49281F05E}" type="presParOf" srcId="{A95CFC03-4A56-4D4F-A338-E38FEE832874}" destId="{B63DC8B0-AAD9-4FF5-B4B5-CB727BA0887E}" srcOrd="5" destOrd="0" presId="urn:microsoft.com/office/officeart/2005/8/layout/vList2"/>
    <dgm:cxn modelId="{ED0F12B4-2930-48BC-9747-F313E4DCAC27}" type="presParOf" srcId="{A95CFC03-4A56-4D4F-A338-E38FEE832874}" destId="{A965FF80-6007-4145-AE2A-1D8434BEAB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9FF6C5-6CDC-4E60-947D-2228E1BC6CD5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9AE5054-88A8-4BC4-BEFE-DE0613C613EB}">
      <dgm:prSet/>
      <dgm:spPr/>
      <dgm:t>
        <a:bodyPr/>
        <a:lstStyle/>
        <a:p>
          <a:r>
            <a:rPr lang="en-US"/>
            <a:t>Migraciones Flyway:</a:t>
          </a:r>
        </a:p>
      </dgm:t>
    </dgm:pt>
    <dgm:pt modelId="{9EA5D5F5-39E7-498D-BCBB-ED5A547E5471}" type="parTrans" cxnId="{B19F57B7-F796-4373-B959-A49E73C38441}">
      <dgm:prSet/>
      <dgm:spPr/>
      <dgm:t>
        <a:bodyPr/>
        <a:lstStyle/>
        <a:p>
          <a:endParaRPr lang="en-US"/>
        </a:p>
      </dgm:t>
    </dgm:pt>
    <dgm:pt modelId="{32B408AA-CE89-4978-8599-F199955D82B1}" type="sibTrans" cxnId="{B19F57B7-F796-4373-B959-A49E73C38441}">
      <dgm:prSet/>
      <dgm:spPr/>
      <dgm:t>
        <a:bodyPr/>
        <a:lstStyle/>
        <a:p>
          <a:endParaRPr lang="en-US"/>
        </a:p>
      </dgm:t>
    </dgm:pt>
    <dgm:pt modelId="{C9394285-1005-4E74-AF51-36125A1736A3}">
      <dgm:prSet/>
      <dgm:spPr/>
      <dgm:t>
        <a:bodyPr/>
        <a:lstStyle/>
        <a:p>
          <a:r>
            <a:rPr lang="en-US"/>
            <a:t>V1 estructura</a:t>
          </a:r>
        </a:p>
      </dgm:t>
    </dgm:pt>
    <dgm:pt modelId="{8BA5D909-2DE7-4E1D-A020-BB708B82A626}" type="parTrans" cxnId="{B8841CC8-4B11-4971-90CF-5EB2AA6FA3DD}">
      <dgm:prSet/>
      <dgm:spPr/>
      <dgm:t>
        <a:bodyPr/>
        <a:lstStyle/>
        <a:p>
          <a:endParaRPr lang="en-US"/>
        </a:p>
      </dgm:t>
    </dgm:pt>
    <dgm:pt modelId="{EB9F99D3-ACA8-4D00-B8D9-0D04B347FCA0}" type="sibTrans" cxnId="{B8841CC8-4B11-4971-90CF-5EB2AA6FA3DD}">
      <dgm:prSet/>
      <dgm:spPr/>
      <dgm:t>
        <a:bodyPr/>
        <a:lstStyle/>
        <a:p>
          <a:endParaRPr lang="en-US"/>
        </a:p>
      </dgm:t>
    </dgm:pt>
    <dgm:pt modelId="{89BF29DB-99B2-4A78-B1F4-C1054F10D8DB}">
      <dgm:prSet/>
      <dgm:spPr/>
      <dgm:t>
        <a:bodyPr/>
        <a:lstStyle/>
        <a:p>
          <a:r>
            <a:rPr lang="en-US"/>
            <a:t>V2 y V4 seed</a:t>
          </a:r>
        </a:p>
      </dgm:t>
    </dgm:pt>
    <dgm:pt modelId="{73DC43B4-B972-4FFC-B12B-FDF2AAF219DF}" type="parTrans" cxnId="{BD810469-EFA6-4A49-8483-D7530650186D}">
      <dgm:prSet/>
      <dgm:spPr/>
      <dgm:t>
        <a:bodyPr/>
        <a:lstStyle/>
        <a:p>
          <a:endParaRPr lang="en-US"/>
        </a:p>
      </dgm:t>
    </dgm:pt>
    <dgm:pt modelId="{2AF06134-CDF0-4917-AA7D-33067D5F9ED4}" type="sibTrans" cxnId="{BD810469-EFA6-4A49-8483-D7530650186D}">
      <dgm:prSet/>
      <dgm:spPr/>
      <dgm:t>
        <a:bodyPr/>
        <a:lstStyle/>
        <a:p>
          <a:endParaRPr lang="en-US"/>
        </a:p>
      </dgm:t>
    </dgm:pt>
    <dgm:pt modelId="{9C3BEA29-3F8A-4237-B80F-29153B29DCFE}">
      <dgm:prSet/>
      <dgm:spPr/>
      <dgm:t>
        <a:bodyPr/>
        <a:lstStyle/>
        <a:p>
          <a:r>
            <a:rPr lang="en-US"/>
            <a:t>V3 restricciones</a:t>
          </a:r>
        </a:p>
      </dgm:t>
    </dgm:pt>
    <dgm:pt modelId="{0B8019FB-D851-45EB-BFA2-5FBF57F365A2}" type="parTrans" cxnId="{BE76F3D0-9C21-4452-96D0-4433D6F8FD8C}">
      <dgm:prSet/>
      <dgm:spPr/>
      <dgm:t>
        <a:bodyPr/>
        <a:lstStyle/>
        <a:p>
          <a:endParaRPr lang="en-US"/>
        </a:p>
      </dgm:t>
    </dgm:pt>
    <dgm:pt modelId="{7446706C-7680-414B-8EB1-29A71D5E8CDD}" type="sibTrans" cxnId="{BE76F3D0-9C21-4452-96D0-4433D6F8FD8C}">
      <dgm:prSet/>
      <dgm:spPr/>
      <dgm:t>
        <a:bodyPr/>
        <a:lstStyle/>
        <a:p>
          <a:endParaRPr lang="en-US"/>
        </a:p>
      </dgm:t>
    </dgm:pt>
    <dgm:pt modelId="{2EFA10BF-9660-4F81-AD6F-0EAF7320F65F}" type="pres">
      <dgm:prSet presAssocID="{F59FF6C5-6CDC-4E60-947D-2228E1BC6CD5}" presName="linear" presStyleCnt="0">
        <dgm:presLayoutVars>
          <dgm:dir/>
          <dgm:animLvl val="lvl"/>
          <dgm:resizeHandles val="exact"/>
        </dgm:presLayoutVars>
      </dgm:prSet>
      <dgm:spPr/>
    </dgm:pt>
    <dgm:pt modelId="{80666FFC-38C5-44FF-BBDD-E4C5A8D848CC}" type="pres">
      <dgm:prSet presAssocID="{29AE5054-88A8-4BC4-BEFE-DE0613C613EB}" presName="parentLin" presStyleCnt="0"/>
      <dgm:spPr/>
    </dgm:pt>
    <dgm:pt modelId="{51A15D16-E97E-43A6-938B-F4AD47B4F945}" type="pres">
      <dgm:prSet presAssocID="{29AE5054-88A8-4BC4-BEFE-DE0613C613EB}" presName="parentLeftMargin" presStyleLbl="node1" presStyleIdx="0" presStyleCnt="4"/>
      <dgm:spPr/>
    </dgm:pt>
    <dgm:pt modelId="{DB878EFF-C57C-4143-B551-1B0C0541AA08}" type="pres">
      <dgm:prSet presAssocID="{29AE5054-88A8-4BC4-BEFE-DE0613C613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A91DE78-B998-40D9-91BB-F0B64BDD1CB5}" type="pres">
      <dgm:prSet presAssocID="{29AE5054-88A8-4BC4-BEFE-DE0613C613EB}" presName="negativeSpace" presStyleCnt="0"/>
      <dgm:spPr/>
    </dgm:pt>
    <dgm:pt modelId="{A609C479-3007-4420-B1CF-413F1A2A90C2}" type="pres">
      <dgm:prSet presAssocID="{29AE5054-88A8-4BC4-BEFE-DE0613C613EB}" presName="childText" presStyleLbl="conFgAcc1" presStyleIdx="0" presStyleCnt="4">
        <dgm:presLayoutVars>
          <dgm:bulletEnabled val="1"/>
        </dgm:presLayoutVars>
      </dgm:prSet>
      <dgm:spPr/>
    </dgm:pt>
    <dgm:pt modelId="{A7FC21E4-34E9-471C-96C4-76985E5A6186}" type="pres">
      <dgm:prSet presAssocID="{32B408AA-CE89-4978-8599-F199955D82B1}" presName="spaceBetweenRectangles" presStyleCnt="0"/>
      <dgm:spPr/>
    </dgm:pt>
    <dgm:pt modelId="{C477D9FF-9E88-4EB5-919C-6FE7AB416F11}" type="pres">
      <dgm:prSet presAssocID="{C9394285-1005-4E74-AF51-36125A1736A3}" presName="parentLin" presStyleCnt="0"/>
      <dgm:spPr/>
    </dgm:pt>
    <dgm:pt modelId="{6E039761-7B27-4A64-B7DF-2AB881F9D472}" type="pres">
      <dgm:prSet presAssocID="{C9394285-1005-4E74-AF51-36125A1736A3}" presName="parentLeftMargin" presStyleLbl="node1" presStyleIdx="0" presStyleCnt="4"/>
      <dgm:spPr/>
    </dgm:pt>
    <dgm:pt modelId="{19FE8F6E-72D7-4A66-A0A6-F3FC7009F933}" type="pres">
      <dgm:prSet presAssocID="{C9394285-1005-4E74-AF51-36125A1736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571B0D-DCB5-4530-A707-C8929593C723}" type="pres">
      <dgm:prSet presAssocID="{C9394285-1005-4E74-AF51-36125A1736A3}" presName="negativeSpace" presStyleCnt="0"/>
      <dgm:spPr/>
    </dgm:pt>
    <dgm:pt modelId="{6D2D09DA-3FF1-4871-BDB3-8F186B391978}" type="pres">
      <dgm:prSet presAssocID="{C9394285-1005-4E74-AF51-36125A1736A3}" presName="childText" presStyleLbl="conFgAcc1" presStyleIdx="1" presStyleCnt="4">
        <dgm:presLayoutVars>
          <dgm:bulletEnabled val="1"/>
        </dgm:presLayoutVars>
      </dgm:prSet>
      <dgm:spPr/>
    </dgm:pt>
    <dgm:pt modelId="{473A337F-BFA4-429C-AC51-534578897235}" type="pres">
      <dgm:prSet presAssocID="{EB9F99D3-ACA8-4D00-B8D9-0D04B347FCA0}" presName="spaceBetweenRectangles" presStyleCnt="0"/>
      <dgm:spPr/>
    </dgm:pt>
    <dgm:pt modelId="{77BDC670-9190-47F6-B4B7-2A42A2C64CB7}" type="pres">
      <dgm:prSet presAssocID="{89BF29DB-99B2-4A78-B1F4-C1054F10D8DB}" presName="parentLin" presStyleCnt="0"/>
      <dgm:spPr/>
    </dgm:pt>
    <dgm:pt modelId="{0C2F43EC-D921-4EEC-A3B2-0A80B949D8FA}" type="pres">
      <dgm:prSet presAssocID="{89BF29DB-99B2-4A78-B1F4-C1054F10D8DB}" presName="parentLeftMargin" presStyleLbl="node1" presStyleIdx="1" presStyleCnt="4"/>
      <dgm:spPr/>
    </dgm:pt>
    <dgm:pt modelId="{31BE33D1-174C-47B0-BF47-765047E61912}" type="pres">
      <dgm:prSet presAssocID="{89BF29DB-99B2-4A78-B1F4-C1054F10D8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C55DD6F-A98D-4EFD-830E-B01E4F35357C}" type="pres">
      <dgm:prSet presAssocID="{89BF29DB-99B2-4A78-B1F4-C1054F10D8DB}" presName="negativeSpace" presStyleCnt="0"/>
      <dgm:spPr/>
    </dgm:pt>
    <dgm:pt modelId="{19DE6045-9545-4E4E-8E8F-751D16D526EF}" type="pres">
      <dgm:prSet presAssocID="{89BF29DB-99B2-4A78-B1F4-C1054F10D8DB}" presName="childText" presStyleLbl="conFgAcc1" presStyleIdx="2" presStyleCnt="4">
        <dgm:presLayoutVars>
          <dgm:bulletEnabled val="1"/>
        </dgm:presLayoutVars>
      </dgm:prSet>
      <dgm:spPr/>
    </dgm:pt>
    <dgm:pt modelId="{53D97123-84C4-4C27-8C72-183EB82425AF}" type="pres">
      <dgm:prSet presAssocID="{2AF06134-CDF0-4917-AA7D-33067D5F9ED4}" presName="spaceBetweenRectangles" presStyleCnt="0"/>
      <dgm:spPr/>
    </dgm:pt>
    <dgm:pt modelId="{FB93D546-B8EC-4B48-A462-2FA50D789659}" type="pres">
      <dgm:prSet presAssocID="{9C3BEA29-3F8A-4237-B80F-29153B29DCFE}" presName="parentLin" presStyleCnt="0"/>
      <dgm:spPr/>
    </dgm:pt>
    <dgm:pt modelId="{81AC67ED-71E3-4AF4-8FB4-5231A6445913}" type="pres">
      <dgm:prSet presAssocID="{9C3BEA29-3F8A-4237-B80F-29153B29DCFE}" presName="parentLeftMargin" presStyleLbl="node1" presStyleIdx="2" presStyleCnt="4"/>
      <dgm:spPr/>
    </dgm:pt>
    <dgm:pt modelId="{AEB2BC2A-4AAF-4E4F-AF4C-74CEE41B8300}" type="pres">
      <dgm:prSet presAssocID="{9C3BEA29-3F8A-4237-B80F-29153B29DCF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6ED70B8-F49E-4080-A893-1223760C1ADE}" type="pres">
      <dgm:prSet presAssocID="{9C3BEA29-3F8A-4237-B80F-29153B29DCFE}" presName="negativeSpace" presStyleCnt="0"/>
      <dgm:spPr/>
    </dgm:pt>
    <dgm:pt modelId="{B850CEC8-1455-4A53-9EA0-5FD41800C8F7}" type="pres">
      <dgm:prSet presAssocID="{9C3BEA29-3F8A-4237-B80F-29153B29DCF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017D007-AEDA-4E00-BDD1-A4019A2FB553}" type="presOf" srcId="{F59FF6C5-6CDC-4E60-947D-2228E1BC6CD5}" destId="{2EFA10BF-9660-4F81-AD6F-0EAF7320F65F}" srcOrd="0" destOrd="0" presId="urn:microsoft.com/office/officeart/2005/8/layout/list1"/>
    <dgm:cxn modelId="{D526B72D-A0EF-49EC-B94A-093FD5A675BF}" type="presOf" srcId="{29AE5054-88A8-4BC4-BEFE-DE0613C613EB}" destId="{51A15D16-E97E-43A6-938B-F4AD47B4F945}" srcOrd="0" destOrd="0" presId="urn:microsoft.com/office/officeart/2005/8/layout/list1"/>
    <dgm:cxn modelId="{29F74731-B364-460C-A260-8D2524FC8826}" type="presOf" srcId="{29AE5054-88A8-4BC4-BEFE-DE0613C613EB}" destId="{DB878EFF-C57C-4143-B551-1B0C0541AA08}" srcOrd="1" destOrd="0" presId="urn:microsoft.com/office/officeart/2005/8/layout/list1"/>
    <dgm:cxn modelId="{BD810469-EFA6-4A49-8483-D7530650186D}" srcId="{F59FF6C5-6CDC-4E60-947D-2228E1BC6CD5}" destId="{89BF29DB-99B2-4A78-B1F4-C1054F10D8DB}" srcOrd="2" destOrd="0" parTransId="{73DC43B4-B972-4FFC-B12B-FDF2AAF219DF}" sibTransId="{2AF06134-CDF0-4917-AA7D-33067D5F9ED4}"/>
    <dgm:cxn modelId="{380E9554-935C-42C8-8674-849F8002F7E8}" type="presOf" srcId="{C9394285-1005-4E74-AF51-36125A1736A3}" destId="{19FE8F6E-72D7-4A66-A0A6-F3FC7009F933}" srcOrd="1" destOrd="0" presId="urn:microsoft.com/office/officeart/2005/8/layout/list1"/>
    <dgm:cxn modelId="{5177C5AF-86DF-4E98-A73B-B5FEA3E5C596}" type="presOf" srcId="{C9394285-1005-4E74-AF51-36125A1736A3}" destId="{6E039761-7B27-4A64-B7DF-2AB881F9D472}" srcOrd="0" destOrd="0" presId="urn:microsoft.com/office/officeart/2005/8/layout/list1"/>
    <dgm:cxn modelId="{B19F57B7-F796-4373-B959-A49E73C38441}" srcId="{F59FF6C5-6CDC-4E60-947D-2228E1BC6CD5}" destId="{29AE5054-88A8-4BC4-BEFE-DE0613C613EB}" srcOrd="0" destOrd="0" parTransId="{9EA5D5F5-39E7-498D-BCBB-ED5A547E5471}" sibTransId="{32B408AA-CE89-4978-8599-F199955D82B1}"/>
    <dgm:cxn modelId="{B8841CC8-4B11-4971-90CF-5EB2AA6FA3DD}" srcId="{F59FF6C5-6CDC-4E60-947D-2228E1BC6CD5}" destId="{C9394285-1005-4E74-AF51-36125A1736A3}" srcOrd="1" destOrd="0" parTransId="{8BA5D909-2DE7-4E1D-A020-BB708B82A626}" sibTransId="{EB9F99D3-ACA8-4D00-B8D9-0D04B347FCA0}"/>
    <dgm:cxn modelId="{4D25F2C8-0BB5-4B80-BDC1-41485174A504}" type="presOf" srcId="{9C3BEA29-3F8A-4237-B80F-29153B29DCFE}" destId="{81AC67ED-71E3-4AF4-8FB4-5231A6445913}" srcOrd="0" destOrd="0" presId="urn:microsoft.com/office/officeart/2005/8/layout/list1"/>
    <dgm:cxn modelId="{BE76F3D0-9C21-4452-96D0-4433D6F8FD8C}" srcId="{F59FF6C5-6CDC-4E60-947D-2228E1BC6CD5}" destId="{9C3BEA29-3F8A-4237-B80F-29153B29DCFE}" srcOrd="3" destOrd="0" parTransId="{0B8019FB-D851-45EB-BFA2-5FBF57F365A2}" sibTransId="{7446706C-7680-414B-8EB1-29A71D5E8CDD}"/>
    <dgm:cxn modelId="{5155C5D8-CF86-43DB-B423-A85D8F08AC61}" type="presOf" srcId="{89BF29DB-99B2-4A78-B1F4-C1054F10D8DB}" destId="{0C2F43EC-D921-4EEC-A3B2-0A80B949D8FA}" srcOrd="0" destOrd="0" presId="urn:microsoft.com/office/officeart/2005/8/layout/list1"/>
    <dgm:cxn modelId="{FE0DA8D9-CED7-4ED5-8FD2-CCFDAE99D713}" type="presOf" srcId="{9C3BEA29-3F8A-4237-B80F-29153B29DCFE}" destId="{AEB2BC2A-4AAF-4E4F-AF4C-74CEE41B8300}" srcOrd="1" destOrd="0" presId="urn:microsoft.com/office/officeart/2005/8/layout/list1"/>
    <dgm:cxn modelId="{71F46AEA-3ED1-4141-BFB2-929AF9F9AF8C}" type="presOf" srcId="{89BF29DB-99B2-4A78-B1F4-C1054F10D8DB}" destId="{31BE33D1-174C-47B0-BF47-765047E61912}" srcOrd="1" destOrd="0" presId="urn:microsoft.com/office/officeart/2005/8/layout/list1"/>
    <dgm:cxn modelId="{6683D87F-A208-4251-9E32-85C59D69D80A}" type="presParOf" srcId="{2EFA10BF-9660-4F81-AD6F-0EAF7320F65F}" destId="{80666FFC-38C5-44FF-BBDD-E4C5A8D848CC}" srcOrd="0" destOrd="0" presId="urn:microsoft.com/office/officeart/2005/8/layout/list1"/>
    <dgm:cxn modelId="{D8538409-E715-4174-B09F-033D7D2CE29A}" type="presParOf" srcId="{80666FFC-38C5-44FF-BBDD-E4C5A8D848CC}" destId="{51A15D16-E97E-43A6-938B-F4AD47B4F945}" srcOrd="0" destOrd="0" presId="urn:microsoft.com/office/officeart/2005/8/layout/list1"/>
    <dgm:cxn modelId="{B823AC3D-FA5A-4E20-80D3-4E0CB434F597}" type="presParOf" srcId="{80666FFC-38C5-44FF-BBDD-E4C5A8D848CC}" destId="{DB878EFF-C57C-4143-B551-1B0C0541AA08}" srcOrd="1" destOrd="0" presId="urn:microsoft.com/office/officeart/2005/8/layout/list1"/>
    <dgm:cxn modelId="{BC42B5FE-63B1-4D8B-AD6C-FC3F618F6A41}" type="presParOf" srcId="{2EFA10BF-9660-4F81-AD6F-0EAF7320F65F}" destId="{DA91DE78-B998-40D9-91BB-F0B64BDD1CB5}" srcOrd="1" destOrd="0" presId="urn:microsoft.com/office/officeart/2005/8/layout/list1"/>
    <dgm:cxn modelId="{C4B105D3-EAA3-4ECF-9FFC-CA3D602298C1}" type="presParOf" srcId="{2EFA10BF-9660-4F81-AD6F-0EAF7320F65F}" destId="{A609C479-3007-4420-B1CF-413F1A2A90C2}" srcOrd="2" destOrd="0" presId="urn:microsoft.com/office/officeart/2005/8/layout/list1"/>
    <dgm:cxn modelId="{BC73A8B2-54A6-4B5B-84AC-4F549097E6E5}" type="presParOf" srcId="{2EFA10BF-9660-4F81-AD6F-0EAF7320F65F}" destId="{A7FC21E4-34E9-471C-96C4-76985E5A6186}" srcOrd="3" destOrd="0" presId="urn:microsoft.com/office/officeart/2005/8/layout/list1"/>
    <dgm:cxn modelId="{E04E918B-8DCA-466C-A4FD-296DEF5E0B9E}" type="presParOf" srcId="{2EFA10BF-9660-4F81-AD6F-0EAF7320F65F}" destId="{C477D9FF-9E88-4EB5-919C-6FE7AB416F11}" srcOrd="4" destOrd="0" presId="urn:microsoft.com/office/officeart/2005/8/layout/list1"/>
    <dgm:cxn modelId="{8BC21C42-4BF6-4D3C-820D-B9EF598322D2}" type="presParOf" srcId="{C477D9FF-9E88-4EB5-919C-6FE7AB416F11}" destId="{6E039761-7B27-4A64-B7DF-2AB881F9D472}" srcOrd="0" destOrd="0" presId="urn:microsoft.com/office/officeart/2005/8/layout/list1"/>
    <dgm:cxn modelId="{70832070-2CA3-4A00-9F2B-F6E18B996AF2}" type="presParOf" srcId="{C477D9FF-9E88-4EB5-919C-6FE7AB416F11}" destId="{19FE8F6E-72D7-4A66-A0A6-F3FC7009F933}" srcOrd="1" destOrd="0" presId="urn:microsoft.com/office/officeart/2005/8/layout/list1"/>
    <dgm:cxn modelId="{358B77A1-BCBC-4DF0-ACD8-5EB0C8A0D685}" type="presParOf" srcId="{2EFA10BF-9660-4F81-AD6F-0EAF7320F65F}" destId="{6F571B0D-DCB5-4530-A707-C8929593C723}" srcOrd="5" destOrd="0" presId="urn:microsoft.com/office/officeart/2005/8/layout/list1"/>
    <dgm:cxn modelId="{8D7B9BC1-664B-4662-8635-A0F44FA9A7E8}" type="presParOf" srcId="{2EFA10BF-9660-4F81-AD6F-0EAF7320F65F}" destId="{6D2D09DA-3FF1-4871-BDB3-8F186B391978}" srcOrd="6" destOrd="0" presId="urn:microsoft.com/office/officeart/2005/8/layout/list1"/>
    <dgm:cxn modelId="{AE5EDCFE-D67B-438B-9BDE-EC2DAEC431F5}" type="presParOf" srcId="{2EFA10BF-9660-4F81-AD6F-0EAF7320F65F}" destId="{473A337F-BFA4-429C-AC51-534578897235}" srcOrd="7" destOrd="0" presId="urn:microsoft.com/office/officeart/2005/8/layout/list1"/>
    <dgm:cxn modelId="{100CDCFA-2E09-4504-B3A9-85BD2ECEF43A}" type="presParOf" srcId="{2EFA10BF-9660-4F81-AD6F-0EAF7320F65F}" destId="{77BDC670-9190-47F6-B4B7-2A42A2C64CB7}" srcOrd="8" destOrd="0" presId="urn:microsoft.com/office/officeart/2005/8/layout/list1"/>
    <dgm:cxn modelId="{AB09E515-30C3-40EB-849E-12200DF22A71}" type="presParOf" srcId="{77BDC670-9190-47F6-B4B7-2A42A2C64CB7}" destId="{0C2F43EC-D921-4EEC-A3B2-0A80B949D8FA}" srcOrd="0" destOrd="0" presId="urn:microsoft.com/office/officeart/2005/8/layout/list1"/>
    <dgm:cxn modelId="{B7F69F26-9B30-4095-97FF-94574C25474C}" type="presParOf" srcId="{77BDC670-9190-47F6-B4B7-2A42A2C64CB7}" destId="{31BE33D1-174C-47B0-BF47-765047E61912}" srcOrd="1" destOrd="0" presId="urn:microsoft.com/office/officeart/2005/8/layout/list1"/>
    <dgm:cxn modelId="{29B23805-3292-4862-B812-2A87705F033F}" type="presParOf" srcId="{2EFA10BF-9660-4F81-AD6F-0EAF7320F65F}" destId="{0C55DD6F-A98D-4EFD-830E-B01E4F35357C}" srcOrd="9" destOrd="0" presId="urn:microsoft.com/office/officeart/2005/8/layout/list1"/>
    <dgm:cxn modelId="{E051479B-93E5-43FF-8EE6-DE13538ACF20}" type="presParOf" srcId="{2EFA10BF-9660-4F81-AD6F-0EAF7320F65F}" destId="{19DE6045-9545-4E4E-8E8F-751D16D526EF}" srcOrd="10" destOrd="0" presId="urn:microsoft.com/office/officeart/2005/8/layout/list1"/>
    <dgm:cxn modelId="{1B958235-FCE8-4579-A682-E243BA7EA57A}" type="presParOf" srcId="{2EFA10BF-9660-4F81-AD6F-0EAF7320F65F}" destId="{53D97123-84C4-4C27-8C72-183EB82425AF}" srcOrd="11" destOrd="0" presId="urn:microsoft.com/office/officeart/2005/8/layout/list1"/>
    <dgm:cxn modelId="{A3EECCC4-11F6-4F8D-AF7B-F942C96938CE}" type="presParOf" srcId="{2EFA10BF-9660-4F81-AD6F-0EAF7320F65F}" destId="{FB93D546-B8EC-4B48-A462-2FA50D789659}" srcOrd="12" destOrd="0" presId="urn:microsoft.com/office/officeart/2005/8/layout/list1"/>
    <dgm:cxn modelId="{83D231F4-860D-493F-B603-1696E27D3CB1}" type="presParOf" srcId="{FB93D546-B8EC-4B48-A462-2FA50D789659}" destId="{81AC67ED-71E3-4AF4-8FB4-5231A6445913}" srcOrd="0" destOrd="0" presId="urn:microsoft.com/office/officeart/2005/8/layout/list1"/>
    <dgm:cxn modelId="{245A0AA2-DDE1-4311-BF96-1AAFC237F78D}" type="presParOf" srcId="{FB93D546-B8EC-4B48-A462-2FA50D789659}" destId="{AEB2BC2A-4AAF-4E4F-AF4C-74CEE41B8300}" srcOrd="1" destOrd="0" presId="urn:microsoft.com/office/officeart/2005/8/layout/list1"/>
    <dgm:cxn modelId="{8F62895E-44AE-4E40-BCB1-AADBFF56CD41}" type="presParOf" srcId="{2EFA10BF-9660-4F81-AD6F-0EAF7320F65F}" destId="{A6ED70B8-F49E-4080-A893-1223760C1ADE}" srcOrd="13" destOrd="0" presId="urn:microsoft.com/office/officeart/2005/8/layout/list1"/>
    <dgm:cxn modelId="{59AA27BF-2D63-4BD4-BEC0-252929BD68A5}" type="presParOf" srcId="{2EFA10BF-9660-4F81-AD6F-0EAF7320F65F}" destId="{B850CEC8-1455-4A53-9EA0-5FD41800C8F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DE9249-80A8-4631-A496-B99057E5A26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13B1F2D-539E-43A9-9729-FF9BBBAB42B5}">
      <dgm:prSet/>
      <dgm:spPr/>
      <dgm:t>
        <a:bodyPr/>
        <a:lstStyle/>
        <a:p>
          <a:r>
            <a:rPr lang="en-US"/>
            <a:t>Mayor crecimiento:</a:t>
          </a:r>
        </a:p>
      </dgm:t>
    </dgm:pt>
    <dgm:pt modelId="{19CE691F-FE1B-4E09-9193-C18DEEA4C653}" type="parTrans" cxnId="{782A4F7B-5259-46D1-9959-30A3FEF21788}">
      <dgm:prSet/>
      <dgm:spPr/>
      <dgm:t>
        <a:bodyPr/>
        <a:lstStyle/>
        <a:p>
          <a:endParaRPr lang="en-US"/>
        </a:p>
      </dgm:t>
    </dgm:pt>
    <dgm:pt modelId="{2B5EF99E-D082-4C5C-9B5C-657FC83B097C}" type="sibTrans" cxnId="{782A4F7B-5259-46D1-9959-30A3FEF21788}">
      <dgm:prSet/>
      <dgm:spPr/>
      <dgm:t>
        <a:bodyPr/>
        <a:lstStyle/>
        <a:p>
          <a:endParaRPr lang="en-US"/>
        </a:p>
      </dgm:t>
    </dgm:pt>
    <dgm:pt modelId="{E5CEE2B0-E70D-4396-951E-1D5F99DFAE16}">
      <dgm:prSet/>
      <dgm:spPr/>
      <dgm:t>
        <a:bodyPr/>
        <a:lstStyle/>
        <a:p>
          <a:r>
            <a:rPr lang="en-US"/>
            <a:t>notificaciones</a:t>
          </a:r>
        </a:p>
      </dgm:t>
    </dgm:pt>
    <dgm:pt modelId="{69839BE9-F9D7-43BF-B947-B4F00645B9FD}" type="parTrans" cxnId="{BAD847F0-0D49-41F8-8A25-00532CA616FB}">
      <dgm:prSet/>
      <dgm:spPr/>
      <dgm:t>
        <a:bodyPr/>
        <a:lstStyle/>
        <a:p>
          <a:endParaRPr lang="en-US"/>
        </a:p>
      </dgm:t>
    </dgm:pt>
    <dgm:pt modelId="{3B147239-950A-486A-972A-E21964515FE4}" type="sibTrans" cxnId="{BAD847F0-0D49-41F8-8A25-00532CA616FB}">
      <dgm:prSet/>
      <dgm:spPr/>
      <dgm:t>
        <a:bodyPr/>
        <a:lstStyle/>
        <a:p>
          <a:endParaRPr lang="en-US"/>
        </a:p>
      </dgm:t>
    </dgm:pt>
    <dgm:pt modelId="{476D2D80-9723-4056-B22F-B9CDF1814495}">
      <dgm:prSet/>
      <dgm:spPr/>
      <dgm:t>
        <a:bodyPr/>
        <a:lstStyle/>
        <a:p>
          <a:r>
            <a:rPr lang="en-US"/>
            <a:t>consumo_eventos</a:t>
          </a:r>
        </a:p>
      </dgm:t>
    </dgm:pt>
    <dgm:pt modelId="{7165B411-76FE-40BA-B54B-C03FE1371E04}" type="parTrans" cxnId="{500BEBCA-E07A-4022-B653-D15494D5FD24}">
      <dgm:prSet/>
      <dgm:spPr/>
      <dgm:t>
        <a:bodyPr/>
        <a:lstStyle/>
        <a:p>
          <a:endParaRPr lang="en-US"/>
        </a:p>
      </dgm:t>
    </dgm:pt>
    <dgm:pt modelId="{7593A361-BB84-44CD-8A67-CAD5552B62DB}" type="sibTrans" cxnId="{500BEBCA-E07A-4022-B653-D15494D5FD24}">
      <dgm:prSet/>
      <dgm:spPr/>
      <dgm:t>
        <a:bodyPr/>
        <a:lstStyle/>
        <a:p>
          <a:endParaRPr lang="en-US"/>
        </a:p>
      </dgm:t>
    </dgm:pt>
    <dgm:pt modelId="{162A2AE1-8A7D-44B5-B07C-1C43355F8D0E}">
      <dgm:prSet/>
      <dgm:spPr/>
      <dgm:t>
        <a:bodyPr/>
        <a:lstStyle/>
        <a:p>
          <a:r>
            <a:rPr lang="en-US"/>
            <a:t>auditoría</a:t>
          </a:r>
        </a:p>
      </dgm:t>
    </dgm:pt>
    <dgm:pt modelId="{F041814E-8B43-4C40-B9FA-B2D6ACE3809A}" type="parTrans" cxnId="{F1909E14-5064-4BC9-BAC5-2C8EEB1CE3B6}">
      <dgm:prSet/>
      <dgm:spPr/>
      <dgm:t>
        <a:bodyPr/>
        <a:lstStyle/>
        <a:p>
          <a:endParaRPr lang="en-US"/>
        </a:p>
      </dgm:t>
    </dgm:pt>
    <dgm:pt modelId="{76F588FF-0622-4649-874A-33A419834684}" type="sibTrans" cxnId="{F1909E14-5064-4BC9-BAC5-2C8EEB1CE3B6}">
      <dgm:prSet/>
      <dgm:spPr/>
      <dgm:t>
        <a:bodyPr/>
        <a:lstStyle/>
        <a:p>
          <a:endParaRPr lang="en-US"/>
        </a:p>
      </dgm:t>
    </dgm:pt>
    <dgm:pt modelId="{3CC227AE-035D-4F94-9721-AE2AF224BE96}" type="pres">
      <dgm:prSet presAssocID="{94DE9249-80A8-4631-A496-B99057E5A265}" presName="linear" presStyleCnt="0">
        <dgm:presLayoutVars>
          <dgm:animLvl val="lvl"/>
          <dgm:resizeHandles val="exact"/>
        </dgm:presLayoutVars>
      </dgm:prSet>
      <dgm:spPr/>
    </dgm:pt>
    <dgm:pt modelId="{3F464215-46D3-49EA-ACB7-AA282C92859F}" type="pres">
      <dgm:prSet presAssocID="{613B1F2D-539E-43A9-9729-FF9BBBAB42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E75AC28-7D30-4ABE-A83A-70BBECC46E25}" type="pres">
      <dgm:prSet presAssocID="{2B5EF99E-D082-4C5C-9B5C-657FC83B097C}" presName="spacer" presStyleCnt="0"/>
      <dgm:spPr/>
    </dgm:pt>
    <dgm:pt modelId="{046D488A-80B3-4EEA-9D05-8F2DDA463C24}" type="pres">
      <dgm:prSet presAssocID="{E5CEE2B0-E70D-4396-951E-1D5F99DFAE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F16C41-BD4A-4CD4-B3FC-B24BE2BEB931}" type="pres">
      <dgm:prSet presAssocID="{3B147239-950A-486A-972A-E21964515FE4}" presName="spacer" presStyleCnt="0"/>
      <dgm:spPr/>
    </dgm:pt>
    <dgm:pt modelId="{0E27F686-3C55-46FF-A92F-BFC5B9EBF300}" type="pres">
      <dgm:prSet presAssocID="{476D2D80-9723-4056-B22F-B9CDF18144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C4C5E1-A18E-4378-B19C-28A4C8BD1339}" type="pres">
      <dgm:prSet presAssocID="{7593A361-BB84-44CD-8A67-CAD5552B62DB}" presName="spacer" presStyleCnt="0"/>
      <dgm:spPr/>
    </dgm:pt>
    <dgm:pt modelId="{18F30405-22D3-4502-9BE9-E686E9FB7C43}" type="pres">
      <dgm:prSet presAssocID="{162A2AE1-8A7D-44B5-B07C-1C43355F8D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909E14-5064-4BC9-BAC5-2C8EEB1CE3B6}" srcId="{94DE9249-80A8-4631-A496-B99057E5A265}" destId="{162A2AE1-8A7D-44B5-B07C-1C43355F8D0E}" srcOrd="3" destOrd="0" parTransId="{F041814E-8B43-4C40-B9FA-B2D6ACE3809A}" sibTransId="{76F588FF-0622-4649-874A-33A419834684}"/>
    <dgm:cxn modelId="{81575B3A-7515-4E83-8B3D-9066B7AD872F}" type="presOf" srcId="{613B1F2D-539E-43A9-9729-FF9BBBAB42B5}" destId="{3F464215-46D3-49EA-ACB7-AA282C92859F}" srcOrd="0" destOrd="0" presId="urn:microsoft.com/office/officeart/2005/8/layout/vList2"/>
    <dgm:cxn modelId="{782A4F7B-5259-46D1-9959-30A3FEF21788}" srcId="{94DE9249-80A8-4631-A496-B99057E5A265}" destId="{613B1F2D-539E-43A9-9729-FF9BBBAB42B5}" srcOrd="0" destOrd="0" parTransId="{19CE691F-FE1B-4E09-9193-C18DEEA4C653}" sibTransId="{2B5EF99E-D082-4C5C-9B5C-657FC83B097C}"/>
    <dgm:cxn modelId="{702EA37F-2A77-4752-9042-E15DB6A533F9}" type="presOf" srcId="{94DE9249-80A8-4631-A496-B99057E5A265}" destId="{3CC227AE-035D-4F94-9721-AE2AF224BE96}" srcOrd="0" destOrd="0" presId="urn:microsoft.com/office/officeart/2005/8/layout/vList2"/>
    <dgm:cxn modelId="{7E8D6496-1064-4F2B-8308-41DF704D87AC}" type="presOf" srcId="{162A2AE1-8A7D-44B5-B07C-1C43355F8D0E}" destId="{18F30405-22D3-4502-9BE9-E686E9FB7C43}" srcOrd="0" destOrd="0" presId="urn:microsoft.com/office/officeart/2005/8/layout/vList2"/>
    <dgm:cxn modelId="{500BEBCA-E07A-4022-B653-D15494D5FD24}" srcId="{94DE9249-80A8-4631-A496-B99057E5A265}" destId="{476D2D80-9723-4056-B22F-B9CDF1814495}" srcOrd="2" destOrd="0" parTransId="{7165B411-76FE-40BA-B54B-C03FE1371E04}" sibTransId="{7593A361-BB84-44CD-8A67-CAD5552B62DB}"/>
    <dgm:cxn modelId="{DF1A79CC-861B-43C6-81ED-E2D4698BAFA5}" type="presOf" srcId="{E5CEE2B0-E70D-4396-951E-1D5F99DFAE16}" destId="{046D488A-80B3-4EEA-9D05-8F2DDA463C24}" srcOrd="0" destOrd="0" presId="urn:microsoft.com/office/officeart/2005/8/layout/vList2"/>
    <dgm:cxn modelId="{ECAFF5D5-5E52-469E-B665-362D023B6015}" type="presOf" srcId="{476D2D80-9723-4056-B22F-B9CDF1814495}" destId="{0E27F686-3C55-46FF-A92F-BFC5B9EBF300}" srcOrd="0" destOrd="0" presId="urn:microsoft.com/office/officeart/2005/8/layout/vList2"/>
    <dgm:cxn modelId="{BAD847F0-0D49-41F8-8A25-00532CA616FB}" srcId="{94DE9249-80A8-4631-A496-B99057E5A265}" destId="{E5CEE2B0-E70D-4396-951E-1D5F99DFAE16}" srcOrd="1" destOrd="0" parTransId="{69839BE9-F9D7-43BF-B947-B4F00645B9FD}" sibTransId="{3B147239-950A-486A-972A-E21964515FE4}"/>
    <dgm:cxn modelId="{7638DCC0-77E8-41F1-BFBD-24AB186BA60D}" type="presParOf" srcId="{3CC227AE-035D-4F94-9721-AE2AF224BE96}" destId="{3F464215-46D3-49EA-ACB7-AA282C92859F}" srcOrd="0" destOrd="0" presId="urn:microsoft.com/office/officeart/2005/8/layout/vList2"/>
    <dgm:cxn modelId="{EDFC41E3-FA23-435A-9D4A-8F693766A166}" type="presParOf" srcId="{3CC227AE-035D-4F94-9721-AE2AF224BE96}" destId="{EE75AC28-7D30-4ABE-A83A-70BBECC46E25}" srcOrd="1" destOrd="0" presId="urn:microsoft.com/office/officeart/2005/8/layout/vList2"/>
    <dgm:cxn modelId="{4AE8DCE1-EA5A-4793-8515-9C5393A3D6D0}" type="presParOf" srcId="{3CC227AE-035D-4F94-9721-AE2AF224BE96}" destId="{046D488A-80B3-4EEA-9D05-8F2DDA463C24}" srcOrd="2" destOrd="0" presId="urn:microsoft.com/office/officeart/2005/8/layout/vList2"/>
    <dgm:cxn modelId="{6966D34B-FC4D-44F7-91FC-D3214F3AEF30}" type="presParOf" srcId="{3CC227AE-035D-4F94-9721-AE2AF224BE96}" destId="{33F16C41-BD4A-4CD4-B3FC-B24BE2BEB931}" srcOrd="3" destOrd="0" presId="urn:microsoft.com/office/officeart/2005/8/layout/vList2"/>
    <dgm:cxn modelId="{63FFB744-EA91-42F6-A1DB-0DD8D0B98B66}" type="presParOf" srcId="{3CC227AE-035D-4F94-9721-AE2AF224BE96}" destId="{0E27F686-3C55-46FF-A92F-BFC5B9EBF300}" srcOrd="4" destOrd="0" presId="urn:microsoft.com/office/officeart/2005/8/layout/vList2"/>
    <dgm:cxn modelId="{17981667-7F46-4749-ADC6-66887A358A55}" type="presParOf" srcId="{3CC227AE-035D-4F94-9721-AE2AF224BE96}" destId="{60C4C5E1-A18E-4378-B19C-28A4C8BD1339}" srcOrd="5" destOrd="0" presId="urn:microsoft.com/office/officeart/2005/8/layout/vList2"/>
    <dgm:cxn modelId="{790850A3-58F1-4A90-A3F8-6CF40534534C}" type="presParOf" srcId="{3CC227AE-035D-4F94-9721-AE2AF224BE96}" destId="{18F30405-22D3-4502-9BE9-E686E9FB7C4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25BC97-974C-41E5-BA4E-9AAB1B48F0B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25F72E5-0AFE-47DC-986C-DB37E82DB061}">
      <dgm:prSet/>
      <dgm:spPr/>
      <dgm:t>
        <a:bodyPr/>
        <a:lstStyle/>
        <a:p>
          <a:r>
            <a:rPr lang="en-US"/>
            <a:t>Sin JWT</a:t>
          </a:r>
        </a:p>
      </dgm:t>
    </dgm:pt>
    <dgm:pt modelId="{0D5905D9-95F5-4D1A-8203-397A5D66BEAE}" type="parTrans" cxnId="{7FD67CD1-40B2-4AE0-BED2-2CE71AA37EE9}">
      <dgm:prSet/>
      <dgm:spPr/>
      <dgm:t>
        <a:bodyPr/>
        <a:lstStyle/>
        <a:p>
          <a:endParaRPr lang="en-US"/>
        </a:p>
      </dgm:t>
    </dgm:pt>
    <dgm:pt modelId="{37EF436C-A7CE-41CE-92A6-C201EB14A6FB}" type="sibTrans" cxnId="{7FD67CD1-40B2-4AE0-BED2-2CE71AA37EE9}">
      <dgm:prSet/>
      <dgm:spPr/>
      <dgm:t>
        <a:bodyPr/>
        <a:lstStyle/>
        <a:p>
          <a:endParaRPr lang="en-US"/>
        </a:p>
      </dgm:t>
    </dgm:pt>
    <dgm:pt modelId="{04FFC36C-2568-4378-B441-3F22EAAFC9BC}">
      <dgm:prSet/>
      <dgm:spPr/>
      <dgm:t>
        <a:bodyPr/>
        <a:lstStyle/>
        <a:p>
          <a:r>
            <a:rPr lang="en-US"/>
            <a:t>Variables de entorno</a:t>
          </a:r>
        </a:p>
      </dgm:t>
    </dgm:pt>
    <dgm:pt modelId="{D91948FC-1F3A-4D64-B47C-0EE29961847D}" type="parTrans" cxnId="{9E94A292-D336-4D59-8B77-060FDF0E723F}">
      <dgm:prSet/>
      <dgm:spPr/>
      <dgm:t>
        <a:bodyPr/>
        <a:lstStyle/>
        <a:p>
          <a:endParaRPr lang="en-US"/>
        </a:p>
      </dgm:t>
    </dgm:pt>
    <dgm:pt modelId="{8D8E9A0A-04B6-41B0-8F70-725978A7808C}" type="sibTrans" cxnId="{9E94A292-D336-4D59-8B77-060FDF0E723F}">
      <dgm:prSet/>
      <dgm:spPr/>
      <dgm:t>
        <a:bodyPr/>
        <a:lstStyle/>
        <a:p>
          <a:endParaRPr lang="en-US"/>
        </a:p>
      </dgm:t>
    </dgm:pt>
    <dgm:pt modelId="{F009995F-8651-4B31-94F4-3E8FCB776CFB}">
      <dgm:prSet/>
      <dgm:spPr/>
      <dgm:t>
        <a:bodyPr/>
        <a:lstStyle/>
        <a:p>
          <a:r>
            <a:rPr lang="en-US"/>
            <a:t>Roles de base de datos</a:t>
          </a:r>
        </a:p>
      </dgm:t>
    </dgm:pt>
    <dgm:pt modelId="{2EFC5080-B666-43E7-9674-ED7D0DBD11C2}" type="parTrans" cxnId="{CD848243-D0E6-4987-BB90-086054916976}">
      <dgm:prSet/>
      <dgm:spPr/>
      <dgm:t>
        <a:bodyPr/>
        <a:lstStyle/>
        <a:p>
          <a:endParaRPr lang="en-US"/>
        </a:p>
      </dgm:t>
    </dgm:pt>
    <dgm:pt modelId="{7B5AD80B-C994-464B-9EAD-CB70D5F5EC51}" type="sibTrans" cxnId="{CD848243-D0E6-4987-BB90-086054916976}">
      <dgm:prSet/>
      <dgm:spPr/>
      <dgm:t>
        <a:bodyPr/>
        <a:lstStyle/>
        <a:p>
          <a:endParaRPr lang="en-US"/>
        </a:p>
      </dgm:t>
    </dgm:pt>
    <dgm:pt modelId="{FE30B471-8E99-42AE-836D-88F2C561A478}" type="pres">
      <dgm:prSet presAssocID="{8525BC97-974C-41E5-BA4E-9AAB1B48F0B3}" presName="linear" presStyleCnt="0">
        <dgm:presLayoutVars>
          <dgm:animLvl val="lvl"/>
          <dgm:resizeHandles val="exact"/>
        </dgm:presLayoutVars>
      </dgm:prSet>
      <dgm:spPr/>
    </dgm:pt>
    <dgm:pt modelId="{7D4483C6-D73E-4C2B-B661-CBF761ACB5B4}" type="pres">
      <dgm:prSet presAssocID="{025F72E5-0AFE-47DC-986C-DB37E82DB06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E49E58-9B9F-4182-908B-0E9457AC66BD}" type="pres">
      <dgm:prSet presAssocID="{37EF436C-A7CE-41CE-92A6-C201EB14A6FB}" presName="spacer" presStyleCnt="0"/>
      <dgm:spPr/>
    </dgm:pt>
    <dgm:pt modelId="{78CE19BF-A67B-40BB-BE02-17C2BF3BF79C}" type="pres">
      <dgm:prSet presAssocID="{04FFC36C-2568-4378-B441-3F22EAAFC9B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043C736-E0F0-44D4-8C1F-BDA6F9F75937}" type="pres">
      <dgm:prSet presAssocID="{8D8E9A0A-04B6-41B0-8F70-725978A7808C}" presName="spacer" presStyleCnt="0"/>
      <dgm:spPr/>
    </dgm:pt>
    <dgm:pt modelId="{1571C66A-517B-47FF-90AA-66098D9DAB3F}" type="pres">
      <dgm:prSet presAssocID="{F009995F-8651-4B31-94F4-3E8FCB776C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371F00E-6104-40E7-89DE-6BFB2F2B8259}" type="presOf" srcId="{04FFC36C-2568-4378-B441-3F22EAAFC9BC}" destId="{78CE19BF-A67B-40BB-BE02-17C2BF3BF79C}" srcOrd="0" destOrd="0" presId="urn:microsoft.com/office/officeart/2005/8/layout/vList2"/>
    <dgm:cxn modelId="{A9706B26-E077-4B70-B4BE-A8D8567DB3DF}" type="presOf" srcId="{8525BC97-974C-41E5-BA4E-9AAB1B48F0B3}" destId="{FE30B471-8E99-42AE-836D-88F2C561A478}" srcOrd="0" destOrd="0" presId="urn:microsoft.com/office/officeart/2005/8/layout/vList2"/>
    <dgm:cxn modelId="{CD848243-D0E6-4987-BB90-086054916976}" srcId="{8525BC97-974C-41E5-BA4E-9AAB1B48F0B3}" destId="{F009995F-8651-4B31-94F4-3E8FCB776CFB}" srcOrd="2" destOrd="0" parTransId="{2EFC5080-B666-43E7-9674-ED7D0DBD11C2}" sibTransId="{7B5AD80B-C994-464B-9EAD-CB70D5F5EC51}"/>
    <dgm:cxn modelId="{5C92FD81-7143-4876-999E-C7FE88A7E2B5}" type="presOf" srcId="{025F72E5-0AFE-47DC-986C-DB37E82DB061}" destId="{7D4483C6-D73E-4C2B-B661-CBF761ACB5B4}" srcOrd="0" destOrd="0" presId="urn:microsoft.com/office/officeart/2005/8/layout/vList2"/>
    <dgm:cxn modelId="{9E94A292-D336-4D59-8B77-060FDF0E723F}" srcId="{8525BC97-974C-41E5-BA4E-9AAB1B48F0B3}" destId="{04FFC36C-2568-4378-B441-3F22EAAFC9BC}" srcOrd="1" destOrd="0" parTransId="{D91948FC-1F3A-4D64-B47C-0EE29961847D}" sibTransId="{8D8E9A0A-04B6-41B0-8F70-725978A7808C}"/>
    <dgm:cxn modelId="{7FD67CD1-40B2-4AE0-BED2-2CE71AA37EE9}" srcId="{8525BC97-974C-41E5-BA4E-9AAB1B48F0B3}" destId="{025F72E5-0AFE-47DC-986C-DB37E82DB061}" srcOrd="0" destOrd="0" parTransId="{0D5905D9-95F5-4D1A-8203-397A5D66BEAE}" sibTransId="{37EF436C-A7CE-41CE-92A6-C201EB14A6FB}"/>
    <dgm:cxn modelId="{88A810D4-06F6-4E70-B426-DAB293CC395B}" type="presOf" srcId="{F009995F-8651-4B31-94F4-3E8FCB776CFB}" destId="{1571C66A-517B-47FF-90AA-66098D9DAB3F}" srcOrd="0" destOrd="0" presId="urn:microsoft.com/office/officeart/2005/8/layout/vList2"/>
    <dgm:cxn modelId="{F578283C-F16E-4DA1-8412-EA70140E1E7D}" type="presParOf" srcId="{FE30B471-8E99-42AE-836D-88F2C561A478}" destId="{7D4483C6-D73E-4C2B-B661-CBF761ACB5B4}" srcOrd="0" destOrd="0" presId="urn:microsoft.com/office/officeart/2005/8/layout/vList2"/>
    <dgm:cxn modelId="{E3C0D2A6-7CD9-401D-883B-4819052F6819}" type="presParOf" srcId="{FE30B471-8E99-42AE-836D-88F2C561A478}" destId="{9BE49E58-9B9F-4182-908B-0E9457AC66BD}" srcOrd="1" destOrd="0" presId="urn:microsoft.com/office/officeart/2005/8/layout/vList2"/>
    <dgm:cxn modelId="{B8DCA043-44B7-483D-BBC2-1931AD7994EB}" type="presParOf" srcId="{FE30B471-8E99-42AE-836D-88F2C561A478}" destId="{78CE19BF-A67B-40BB-BE02-17C2BF3BF79C}" srcOrd="2" destOrd="0" presId="urn:microsoft.com/office/officeart/2005/8/layout/vList2"/>
    <dgm:cxn modelId="{C68EA6E6-F567-42F9-912C-318B710CE616}" type="presParOf" srcId="{FE30B471-8E99-42AE-836D-88F2C561A478}" destId="{6043C736-E0F0-44D4-8C1F-BDA6F9F75937}" srcOrd="3" destOrd="0" presId="urn:microsoft.com/office/officeart/2005/8/layout/vList2"/>
    <dgm:cxn modelId="{545C9AEA-5A3E-4861-A31D-D2010415867A}" type="presParOf" srcId="{FE30B471-8E99-42AE-836D-88F2C561A478}" destId="{1571C66A-517B-47FF-90AA-66098D9DAB3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A093EC1-D46A-435C-9C49-1F57C4D81B7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11F3746-6FA6-40DC-BE52-29DE414B2E7D}">
      <dgm:prSet/>
      <dgm:spPr/>
      <dgm:t>
        <a:bodyPr/>
        <a:lstStyle/>
        <a:p>
          <a:r>
            <a:rPr lang="en-US"/>
            <a:t>Sistema escalable</a:t>
          </a:r>
        </a:p>
      </dgm:t>
    </dgm:pt>
    <dgm:pt modelId="{E47EC7F3-CA8D-48EE-8E58-546DD0B3F9AF}" type="parTrans" cxnId="{D73F4301-E3A3-4D66-A56C-15FBC41DDA27}">
      <dgm:prSet/>
      <dgm:spPr/>
      <dgm:t>
        <a:bodyPr/>
        <a:lstStyle/>
        <a:p>
          <a:endParaRPr lang="en-US"/>
        </a:p>
      </dgm:t>
    </dgm:pt>
    <dgm:pt modelId="{CEF97DD4-43C5-4076-96ED-6CFF346C9B61}" type="sibTrans" cxnId="{D73F4301-E3A3-4D66-A56C-15FBC41DDA27}">
      <dgm:prSet/>
      <dgm:spPr/>
      <dgm:t>
        <a:bodyPr/>
        <a:lstStyle/>
        <a:p>
          <a:endParaRPr lang="en-US"/>
        </a:p>
      </dgm:t>
    </dgm:pt>
    <dgm:pt modelId="{4437A0B6-C196-4492-9BF0-331CCB13D951}">
      <dgm:prSet/>
      <dgm:spPr/>
      <dgm:t>
        <a:bodyPr/>
        <a:lstStyle/>
        <a:p>
          <a:r>
            <a:rPr lang="en-US"/>
            <a:t>Persistencia robusta</a:t>
          </a:r>
        </a:p>
      </dgm:t>
    </dgm:pt>
    <dgm:pt modelId="{8BB0D792-FC2F-4AB7-B9FE-8FF436476C13}" type="parTrans" cxnId="{CF78A5CD-2C40-44A4-8BD4-123BBE7B519A}">
      <dgm:prSet/>
      <dgm:spPr/>
      <dgm:t>
        <a:bodyPr/>
        <a:lstStyle/>
        <a:p>
          <a:endParaRPr lang="en-US"/>
        </a:p>
      </dgm:t>
    </dgm:pt>
    <dgm:pt modelId="{721037E7-1AB3-422C-BEAD-75D61434B971}" type="sibTrans" cxnId="{CF78A5CD-2C40-44A4-8BD4-123BBE7B519A}">
      <dgm:prSet/>
      <dgm:spPr/>
      <dgm:t>
        <a:bodyPr/>
        <a:lstStyle/>
        <a:p>
          <a:endParaRPr lang="en-US"/>
        </a:p>
      </dgm:t>
    </dgm:pt>
    <dgm:pt modelId="{0AE22187-D110-4018-BC90-6E4DED20AC65}">
      <dgm:prSet/>
      <dgm:spPr/>
      <dgm:t>
        <a:bodyPr/>
        <a:lstStyle/>
        <a:p>
          <a:r>
            <a:rPr lang="en-US"/>
            <a:t>Basado en eventos</a:t>
          </a:r>
        </a:p>
      </dgm:t>
    </dgm:pt>
    <dgm:pt modelId="{0F138985-72E1-400A-80A5-4A7C12504C3F}" type="parTrans" cxnId="{706928FF-712A-4508-A642-B525365CC91A}">
      <dgm:prSet/>
      <dgm:spPr/>
      <dgm:t>
        <a:bodyPr/>
        <a:lstStyle/>
        <a:p>
          <a:endParaRPr lang="en-US"/>
        </a:p>
      </dgm:t>
    </dgm:pt>
    <dgm:pt modelId="{03A1A279-433A-4B03-895B-F3623C469EC8}" type="sibTrans" cxnId="{706928FF-712A-4508-A642-B525365CC91A}">
      <dgm:prSet/>
      <dgm:spPr/>
      <dgm:t>
        <a:bodyPr/>
        <a:lstStyle/>
        <a:p>
          <a:endParaRPr lang="en-US"/>
        </a:p>
      </dgm:t>
    </dgm:pt>
    <dgm:pt modelId="{95C3D78A-B189-41E5-BAB4-2CB77A81F830}" type="pres">
      <dgm:prSet presAssocID="{CA093EC1-D46A-435C-9C49-1F57C4D81B7D}" presName="root" presStyleCnt="0">
        <dgm:presLayoutVars>
          <dgm:dir/>
          <dgm:resizeHandles val="exact"/>
        </dgm:presLayoutVars>
      </dgm:prSet>
      <dgm:spPr/>
    </dgm:pt>
    <dgm:pt modelId="{23D82191-DEBF-465D-86ED-5D0DDD01C681}" type="pres">
      <dgm:prSet presAssocID="{B11F3746-6FA6-40DC-BE52-29DE414B2E7D}" presName="compNode" presStyleCnt="0"/>
      <dgm:spPr/>
    </dgm:pt>
    <dgm:pt modelId="{52CD35DC-01EF-4018-9BD2-435637DB5809}" type="pres">
      <dgm:prSet presAssocID="{B11F3746-6FA6-40DC-BE52-29DE414B2E7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12A45EDC-D8BA-45E3-B4A8-E8178C14301A}" type="pres">
      <dgm:prSet presAssocID="{B11F3746-6FA6-40DC-BE52-29DE414B2E7D}" presName="spaceRect" presStyleCnt="0"/>
      <dgm:spPr/>
    </dgm:pt>
    <dgm:pt modelId="{9939AEB4-00BB-4807-AD82-65219116E75D}" type="pres">
      <dgm:prSet presAssocID="{B11F3746-6FA6-40DC-BE52-29DE414B2E7D}" presName="textRect" presStyleLbl="revTx" presStyleIdx="0" presStyleCnt="3">
        <dgm:presLayoutVars>
          <dgm:chMax val="1"/>
          <dgm:chPref val="1"/>
        </dgm:presLayoutVars>
      </dgm:prSet>
      <dgm:spPr/>
    </dgm:pt>
    <dgm:pt modelId="{8D6BC854-34AC-491E-9E14-A1B5E30CAE30}" type="pres">
      <dgm:prSet presAssocID="{CEF97DD4-43C5-4076-96ED-6CFF346C9B61}" presName="sibTrans" presStyleCnt="0"/>
      <dgm:spPr/>
    </dgm:pt>
    <dgm:pt modelId="{0AE85957-B7BD-4C7F-AD29-D833C6C84D9B}" type="pres">
      <dgm:prSet presAssocID="{4437A0B6-C196-4492-9BF0-331CCB13D951}" presName="compNode" presStyleCnt="0"/>
      <dgm:spPr/>
    </dgm:pt>
    <dgm:pt modelId="{9828D1A3-4E52-4EB8-8AF0-791115BA6296}" type="pres">
      <dgm:prSet presAssocID="{4437A0B6-C196-4492-9BF0-331CCB13D95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12C5497-22D8-4C18-9EA3-B4B03910804E}" type="pres">
      <dgm:prSet presAssocID="{4437A0B6-C196-4492-9BF0-331CCB13D951}" presName="spaceRect" presStyleCnt="0"/>
      <dgm:spPr/>
    </dgm:pt>
    <dgm:pt modelId="{264D6277-9F62-4261-A5AF-8BA400B935E0}" type="pres">
      <dgm:prSet presAssocID="{4437A0B6-C196-4492-9BF0-331CCB13D951}" presName="textRect" presStyleLbl="revTx" presStyleIdx="1" presStyleCnt="3">
        <dgm:presLayoutVars>
          <dgm:chMax val="1"/>
          <dgm:chPref val="1"/>
        </dgm:presLayoutVars>
      </dgm:prSet>
      <dgm:spPr/>
    </dgm:pt>
    <dgm:pt modelId="{6DE6603B-1B32-4C3D-B4F8-E9C7D59475C1}" type="pres">
      <dgm:prSet presAssocID="{721037E7-1AB3-422C-BEAD-75D61434B971}" presName="sibTrans" presStyleCnt="0"/>
      <dgm:spPr/>
    </dgm:pt>
    <dgm:pt modelId="{44B30259-BB4B-419C-AA11-5DFD68F00403}" type="pres">
      <dgm:prSet presAssocID="{0AE22187-D110-4018-BC90-6E4DED20AC65}" presName="compNode" presStyleCnt="0"/>
      <dgm:spPr/>
    </dgm:pt>
    <dgm:pt modelId="{E3EC9417-9375-4B4F-86DF-87EF2CBB691B}" type="pres">
      <dgm:prSet presAssocID="{0AE22187-D110-4018-BC90-6E4DED20AC6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las de harvey 45%"/>
        </a:ext>
      </dgm:extLst>
    </dgm:pt>
    <dgm:pt modelId="{8F478041-58CB-471C-85B3-DAD697B42BB8}" type="pres">
      <dgm:prSet presAssocID="{0AE22187-D110-4018-BC90-6E4DED20AC65}" presName="spaceRect" presStyleCnt="0"/>
      <dgm:spPr/>
    </dgm:pt>
    <dgm:pt modelId="{AFF56145-7DA8-4960-9127-61755036D394}" type="pres">
      <dgm:prSet presAssocID="{0AE22187-D110-4018-BC90-6E4DED20AC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3F4301-E3A3-4D66-A56C-15FBC41DDA27}" srcId="{CA093EC1-D46A-435C-9C49-1F57C4D81B7D}" destId="{B11F3746-6FA6-40DC-BE52-29DE414B2E7D}" srcOrd="0" destOrd="0" parTransId="{E47EC7F3-CA8D-48EE-8E58-546DD0B3F9AF}" sibTransId="{CEF97DD4-43C5-4076-96ED-6CFF346C9B61}"/>
    <dgm:cxn modelId="{AF54D30B-9F08-4A23-8C8F-7206ABCBA351}" type="presOf" srcId="{CA093EC1-D46A-435C-9C49-1F57C4D81B7D}" destId="{95C3D78A-B189-41E5-BAB4-2CB77A81F830}" srcOrd="0" destOrd="0" presId="urn:microsoft.com/office/officeart/2018/2/layout/IconLabelList"/>
    <dgm:cxn modelId="{63A36678-2FD6-49A9-A99B-A51C2568A4E6}" type="presOf" srcId="{0AE22187-D110-4018-BC90-6E4DED20AC65}" destId="{AFF56145-7DA8-4960-9127-61755036D394}" srcOrd="0" destOrd="0" presId="urn:microsoft.com/office/officeart/2018/2/layout/IconLabelList"/>
    <dgm:cxn modelId="{904CD5A3-E29C-45ED-B7CD-61B5DDF15E5C}" type="presOf" srcId="{B11F3746-6FA6-40DC-BE52-29DE414B2E7D}" destId="{9939AEB4-00BB-4807-AD82-65219116E75D}" srcOrd="0" destOrd="0" presId="urn:microsoft.com/office/officeart/2018/2/layout/IconLabelList"/>
    <dgm:cxn modelId="{AF0107A8-43E7-44F1-9A6B-2ABEE83E7788}" type="presOf" srcId="{4437A0B6-C196-4492-9BF0-331CCB13D951}" destId="{264D6277-9F62-4261-A5AF-8BA400B935E0}" srcOrd="0" destOrd="0" presId="urn:microsoft.com/office/officeart/2018/2/layout/IconLabelList"/>
    <dgm:cxn modelId="{CF78A5CD-2C40-44A4-8BD4-123BBE7B519A}" srcId="{CA093EC1-D46A-435C-9C49-1F57C4D81B7D}" destId="{4437A0B6-C196-4492-9BF0-331CCB13D951}" srcOrd="1" destOrd="0" parTransId="{8BB0D792-FC2F-4AB7-B9FE-8FF436476C13}" sibTransId="{721037E7-1AB3-422C-BEAD-75D61434B971}"/>
    <dgm:cxn modelId="{706928FF-712A-4508-A642-B525365CC91A}" srcId="{CA093EC1-D46A-435C-9C49-1F57C4D81B7D}" destId="{0AE22187-D110-4018-BC90-6E4DED20AC65}" srcOrd="2" destOrd="0" parTransId="{0F138985-72E1-400A-80A5-4A7C12504C3F}" sibTransId="{03A1A279-433A-4B03-895B-F3623C469EC8}"/>
    <dgm:cxn modelId="{C9271B22-9F12-4980-AC88-F5D1FBF473C3}" type="presParOf" srcId="{95C3D78A-B189-41E5-BAB4-2CB77A81F830}" destId="{23D82191-DEBF-465D-86ED-5D0DDD01C681}" srcOrd="0" destOrd="0" presId="urn:microsoft.com/office/officeart/2018/2/layout/IconLabelList"/>
    <dgm:cxn modelId="{0EE8A6EC-29B5-40F9-884B-D52C585AFBB0}" type="presParOf" srcId="{23D82191-DEBF-465D-86ED-5D0DDD01C681}" destId="{52CD35DC-01EF-4018-9BD2-435637DB5809}" srcOrd="0" destOrd="0" presId="urn:microsoft.com/office/officeart/2018/2/layout/IconLabelList"/>
    <dgm:cxn modelId="{E80B7BAF-C6B0-4B8F-8A03-8BA9B07281A8}" type="presParOf" srcId="{23D82191-DEBF-465D-86ED-5D0DDD01C681}" destId="{12A45EDC-D8BA-45E3-B4A8-E8178C14301A}" srcOrd="1" destOrd="0" presId="urn:microsoft.com/office/officeart/2018/2/layout/IconLabelList"/>
    <dgm:cxn modelId="{4D7ED086-E028-48A0-A8B5-CCE38446750B}" type="presParOf" srcId="{23D82191-DEBF-465D-86ED-5D0DDD01C681}" destId="{9939AEB4-00BB-4807-AD82-65219116E75D}" srcOrd="2" destOrd="0" presId="urn:microsoft.com/office/officeart/2018/2/layout/IconLabelList"/>
    <dgm:cxn modelId="{B13BAB11-271D-4E6F-A000-CFD7AB4B6CF7}" type="presParOf" srcId="{95C3D78A-B189-41E5-BAB4-2CB77A81F830}" destId="{8D6BC854-34AC-491E-9E14-A1B5E30CAE30}" srcOrd="1" destOrd="0" presId="urn:microsoft.com/office/officeart/2018/2/layout/IconLabelList"/>
    <dgm:cxn modelId="{BBD753CD-9FFD-43A1-90D5-6EE6045A9F93}" type="presParOf" srcId="{95C3D78A-B189-41E5-BAB4-2CB77A81F830}" destId="{0AE85957-B7BD-4C7F-AD29-D833C6C84D9B}" srcOrd="2" destOrd="0" presId="urn:microsoft.com/office/officeart/2018/2/layout/IconLabelList"/>
    <dgm:cxn modelId="{4CD0C67C-D435-4DB7-BFBA-78D56A09C048}" type="presParOf" srcId="{0AE85957-B7BD-4C7F-AD29-D833C6C84D9B}" destId="{9828D1A3-4E52-4EB8-8AF0-791115BA6296}" srcOrd="0" destOrd="0" presId="urn:microsoft.com/office/officeart/2018/2/layout/IconLabelList"/>
    <dgm:cxn modelId="{43F0411E-0FD4-460E-9385-2958BB274176}" type="presParOf" srcId="{0AE85957-B7BD-4C7F-AD29-D833C6C84D9B}" destId="{C12C5497-22D8-4C18-9EA3-B4B03910804E}" srcOrd="1" destOrd="0" presId="urn:microsoft.com/office/officeart/2018/2/layout/IconLabelList"/>
    <dgm:cxn modelId="{B6B5EA9D-09BE-4366-8735-2BC1AE0B1369}" type="presParOf" srcId="{0AE85957-B7BD-4C7F-AD29-D833C6C84D9B}" destId="{264D6277-9F62-4261-A5AF-8BA400B935E0}" srcOrd="2" destOrd="0" presId="urn:microsoft.com/office/officeart/2018/2/layout/IconLabelList"/>
    <dgm:cxn modelId="{68048352-1C5C-4020-81E8-FB82CA8648D9}" type="presParOf" srcId="{95C3D78A-B189-41E5-BAB4-2CB77A81F830}" destId="{6DE6603B-1B32-4C3D-B4F8-E9C7D59475C1}" srcOrd="3" destOrd="0" presId="urn:microsoft.com/office/officeart/2018/2/layout/IconLabelList"/>
    <dgm:cxn modelId="{E9A0393E-2F9E-4AC6-A3D8-11B1ED5FCD53}" type="presParOf" srcId="{95C3D78A-B189-41E5-BAB4-2CB77A81F830}" destId="{44B30259-BB4B-419C-AA11-5DFD68F00403}" srcOrd="4" destOrd="0" presId="urn:microsoft.com/office/officeart/2018/2/layout/IconLabelList"/>
    <dgm:cxn modelId="{B93440ED-F7C5-45EE-904D-98F7A7FF6254}" type="presParOf" srcId="{44B30259-BB4B-419C-AA11-5DFD68F00403}" destId="{E3EC9417-9375-4B4F-86DF-87EF2CBB691B}" srcOrd="0" destOrd="0" presId="urn:microsoft.com/office/officeart/2018/2/layout/IconLabelList"/>
    <dgm:cxn modelId="{ED34B4AC-813B-4EF3-ADF4-F4AA2891506F}" type="presParOf" srcId="{44B30259-BB4B-419C-AA11-5DFD68F00403}" destId="{8F478041-58CB-471C-85B3-DAD697B42BB8}" srcOrd="1" destOrd="0" presId="urn:microsoft.com/office/officeart/2018/2/layout/IconLabelList"/>
    <dgm:cxn modelId="{10FDF7E7-595B-4FBD-99E5-B7E5DA3455CA}" type="presParOf" srcId="{44B30259-BB4B-419C-AA11-5DFD68F00403}" destId="{AFF56145-7DA8-4960-9127-61755036D3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FDAB4-EDF5-42EC-AF50-8B53579CAFCE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E8840-E59F-4823-8E89-9CCA3EA081A8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Sistema basado en eventos Kafka</a:t>
          </a:r>
        </a:p>
      </dsp:txBody>
      <dsp:txXfrm>
        <a:off x="298991" y="1277365"/>
        <a:ext cx="2219346" cy="1377989"/>
      </dsp:txXfrm>
    </dsp:sp>
    <dsp:sp modelId="{E72CE3FE-F248-4143-A1BB-9C701B1B4655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DB9A5-7E8C-4F09-BF5B-D4133D8E9030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Persistencia en PostgreSQL</a:t>
          </a:r>
        </a:p>
      </dsp:txBody>
      <dsp:txXfrm>
        <a:off x="3116322" y="1277365"/>
        <a:ext cx="2219346" cy="1377989"/>
      </dsp:txXfrm>
    </dsp:sp>
    <dsp:sp modelId="{F2BF2AD2-B0BE-4F33-B8F4-D2779BAFF5FB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1EB1A-13FA-4977-BEDE-04091606DB6A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Uso de JPA + Flyway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18340-D982-4D10-A291-95FD959853EF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849B8-1D32-475E-B239-7806A18884CA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PlantillaNotificacionEntity</a:t>
          </a:r>
        </a:p>
      </dsp:txBody>
      <dsp:txXfrm>
        <a:off x="300222" y="1693310"/>
        <a:ext cx="2228479" cy="1383659"/>
      </dsp:txXfrm>
    </dsp:sp>
    <dsp:sp modelId="{D8B21F47-E283-4B7B-9C6C-B9687A49FFBA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3DBD2-3374-4F4F-9C45-B321539E130D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NotificacionEntity</a:t>
          </a:r>
        </a:p>
      </dsp:txBody>
      <dsp:txXfrm>
        <a:off x="3129147" y="1693310"/>
        <a:ext cx="2228479" cy="1383659"/>
      </dsp:txXfrm>
    </dsp:sp>
    <dsp:sp modelId="{67C87563-09CD-4AF2-AFC2-101F63164911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C5EF8-6DE3-4681-A172-9227257A74B7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ConsumoEventoEntity</a:t>
          </a:r>
        </a:p>
      </dsp:txBody>
      <dsp:txXfrm>
        <a:off x="5958072" y="1693310"/>
        <a:ext cx="2228479" cy="13836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2649C-E96D-4AD4-A8B2-9FADAEE6D289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Relaciones entre entidades</a:t>
          </a:r>
        </a:p>
      </dsp:txBody>
      <dsp:txXfrm>
        <a:off x="83502" y="120811"/>
        <a:ext cx="4833120" cy="1543536"/>
      </dsp:txXfrm>
    </dsp:sp>
    <dsp:sp modelId="{41A06ACC-9914-4803-8113-4ECC2F0F32AB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Plantilla → Notificaciones</a:t>
          </a:r>
        </a:p>
      </dsp:txBody>
      <dsp:txXfrm>
        <a:off x="83502" y="1955191"/>
        <a:ext cx="4833120" cy="1543536"/>
      </dsp:txXfrm>
    </dsp:sp>
    <dsp:sp modelId="{0433D17A-1F39-46AD-964A-B1A9DC16E103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Control de duplicados</a:t>
          </a:r>
        </a:p>
      </dsp:txBody>
      <dsp:txXfrm>
        <a:off x="83502" y="3789571"/>
        <a:ext cx="4833120" cy="15435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2DBAE-1096-44B0-904C-CDE79C05EFDE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Tablas principales:</a:t>
          </a:r>
        </a:p>
      </dsp:txBody>
      <dsp:txXfrm>
        <a:off x="2574876" y="53310"/>
        <a:ext cx="2736946" cy="945199"/>
      </dsp:txXfrm>
    </dsp:sp>
    <dsp:sp modelId="{3A78AACD-5C8A-4CDC-972F-A36AD9267439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notificaciones</a:t>
          </a:r>
        </a:p>
      </dsp:txBody>
      <dsp:txXfrm>
        <a:off x="2574876" y="1153149"/>
        <a:ext cx="2736946" cy="945199"/>
      </dsp:txXfrm>
    </dsp:sp>
    <dsp:sp modelId="{CBF20E20-A765-43E7-8C80-75DEE4A791DE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plantilla_notificacion</a:t>
          </a:r>
        </a:p>
      </dsp:txBody>
      <dsp:txXfrm>
        <a:off x="2574876" y="2252988"/>
        <a:ext cx="2736946" cy="945199"/>
      </dsp:txXfrm>
    </dsp:sp>
    <dsp:sp modelId="{7E15516D-2769-40EC-BF82-1EA3222AF567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consumo_eventos</a:t>
          </a:r>
        </a:p>
      </dsp:txBody>
      <dsp:txXfrm>
        <a:off x="2574876" y="3352827"/>
        <a:ext cx="2736946" cy="945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2B041-D859-49C3-9BFC-D1BACB5CC66E}">
      <dsp:nvSpPr>
        <dsp:cNvPr id="0" name=""/>
        <dsp:cNvSpPr/>
      </dsp:nvSpPr>
      <dsp:spPr>
        <a:xfrm>
          <a:off x="0" y="70745"/>
          <a:ext cx="4131533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Notificaciones por usuario</a:t>
          </a:r>
        </a:p>
      </dsp:txBody>
      <dsp:txXfrm>
        <a:off x="62141" y="132886"/>
        <a:ext cx="4007251" cy="1148678"/>
      </dsp:txXfrm>
    </dsp:sp>
    <dsp:sp modelId="{B083A19C-2E82-401C-8F79-AC0102B5867F}">
      <dsp:nvSpPr>
        <dsp:cNvPr id="0" name=""/>
        <dsp:cNvSpPr/>
      </dsp:nvSpPr>
      <dsp:spPr>
        <a:xfrm>
          <a:off x="0" y="1435865"/>
          <a:ext cx="4131533" cy="12729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Por guía</a:t>
          </a:r>
        </a:p>
      </dsp:txBody>
      <dsp:txXfrm>
        <a:off x="62141" y="1498006"/>
        <a:ext cx="4007251" cy="1148678"/>
      </dsp:txXfrm>
    </dsp:sp>
    <dsp:sp modelId="{1FFEFF3C-C8D4-4454-A27C-B5D40E0D3E1F}">
      <dsp:nvSpPr>
        <dsp:cNvPr id="0" name=""/>
        <dsp:cNvSpPr/>
      </dsp:nvSpPr>
      <dsp:spPr>
        <a:xfrm>
          <a:off x="0" y="2800986"/>
          <a:ext cx="4131533" cy="12729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Pendientes</a:t>
          </a:r>
        </a:p>
      </dsp:txBody>
      <dsp:txXfrm>
        <a:off x="62141" y="2863127"/>
        <a:ext cx="4007251" cy="1148678"/>
      </dsp:txXfrm>
    </dsp:sp>
    <dsp:sp modelId="{A965FF80-6007-4145-AE2A-1D8434BEABBF}">
      <dsp:nvSpPr>
        <dsp:cNvPr id="0" name=""/>
        <dsp:cNvSpPr/>
      </dsp:nvSpPr>
      <dsp:spPr>
        <a:xfrm>
          <a:off x="0" y="4166106"/>
          <a:ext cx="4131533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Eventos procesados</a:t>
          </a:r>
        </a:p>
      </dsp:txBody>
      <dsp:txXfrm>
        <a:off x="62141" y="4228247"/>
        <a:ext cx="4007251" cy="11486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9C479-3007-4420-B1CF-413F1A2A90C2}">
      <dsp:nvSpPr>
        <dsp:cNvPr id="0" name=""/>
        <dsp:cNvSpPr/>
      </dsp:nvSpPr>
      <dsp:spPr>
        <a:xfrm>
          <a:off x="0" y="996666"/>
          <a:ext cx="41315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78EFF-C57C-4143-B551-1B0C0541AA08}">
      <dsp:nvSpPr>
        <dsp:cNvPr id="0" name=""/>
        <dsp:cNvSpPr/>
      </dsp:nvSpPr>
      <dsp:spPr>
        <a:xfrm>
          <a:off x="206576" y="642426"/>
          <a:ext cx="2892073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13" tIns="0" rIns="10931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Migraciones Flyway:</a:t>
          </a:r>
        </a:p>
      </dsp:txBody>
      <dsp:txXfrm>
        <a:off x="241161" y="677011"/>
        <a:ext cx="2822903" cy="639310"/>
      </dsp:txXfrm>
    </dsp:sp>
    <dsp:sp modelId="{6D2D09DA-3FF1-4871-BDB3-8F186B391978}">
      <dsp:nvSpPr>
        <dsp:cNvPr id="0" name=""/>
        <dsp:cNvSpPr/>
      </dsp:nvSpPr>
      <dsp:spPr>
        <a:xfrm>
          <a:off x="0" y="2085306"/>
          <a:ext cx="41315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E8F6E-72D7-4A66-A0A6-F3FC7009F933}">
      <dsp:nvSpPr>
        <dsp:cNvPr id="0" name=""/>
        <dsp:cNvSpPr/>
      </dsp:nvSpPr>
      <dsp:spPr>
        <a:xfrm>
          <a:off x="206576" y="1731066"/>
          <a:ext cx="2892073" cy="7084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13" tIns="0" rIns="10931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V1 estructura</a:t>
          </a:r>
        </a:p>
      </dsp:txBody>
      <dsp:txXfrm>
        <a:off x="241161" y="1765651"/>
        <a:ext cx="2822903" cy="639310"/>
      </dsp:txXfrm>
    </dsp:sp>
    <dsp:sp modelId="{19DE6045-9545-4E4E-8E8F-751D16D526EF}">
      <dsp:nvSpPr>
        <dsp:cNvPr id="0" name=""/>
        <dsp:cNvSpPr/>
      </dsp:nvSpPr>
      <dsp:spPr>
        <a:xfrm>
          <a:off x="0" y="3173946"/>
          <a:ext cx="41315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E33D1-174C-47B0-BF47-765047E61912}">
      <dsp:nvSpPr>
        <dsp:cNvPr id="0" name=""/>
        <dsp:cNvSpPr/>
      </dsp:nvSpPr>
      <dsp:spPr>
        <a:xfrm>
          <a:off x="206576" y="2819705"/>
          <a:ext cx="289207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13" tIns="0" rIns="10931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V2 y V4 seed</a:t>
          </a:r>
        </a:p>
      </dsp:txBody>
      <dsp:txXfrm>
        <a:off x="241161" y="2854290"/>
        <a:ext cx="2822903" cy="639310"/>
      </dsp:txXfrm>
    </dsp:sp>
    <dsp:sp modelId="{B850CEC8-1455-4A53-9EA0-5FD41800C8F7}">
      <dsp:nvSpPr>
        <dsp:cNvPr id="0" name=""/>
        <dsp:cNvSpPr/>
      </dsp:nvSpPr>
      <dsp:spPr>
        <a:xfrm>
          <a:off x="0" y="4262585"/>
          <a:ext cx="41315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B2BC2A-4AAF-4E4F-AF4C-74CEE41B8300}">
      <dsp:nvSpPr>
        <dsp:cNvPr id="0" name=""/>
        <dsp:cNvSpPr/>
      </dsp:nvSpPr>
      <dsp:spPr>
        <a:xfrm>
          <a:off x="206576" y="3908346"/>
          <a:ext cx="2892073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313" tIns="0" rIns="10931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V3 restricciones</a:t>
          </a:r>
        </a:p>
      </dsp:txBody>
      <dsp:txXfrm>
        <a:off x="241161" y="3942931"/>
        <a:ext cx="2822903" cy="639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464215-46D3-49EA-ACB7-AA282C92859F}">
      <dsp:nvSpPr>
        <dsp:cNvPr id="0" name=""/>
        <dsp:cNvSpPr/>
      </dsp:nvSpPr>
      <dsp:spPr>
        <a:xfrm>
          <a:off x="0" y="872466"/>
          <a:ext cx="4131533" cy="8634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Mayor crecimiento:</a:t>
          </a:r>
        </a:p>
      </dsp:txBody>
      <dsp:txXfrm>
        <a:off x="42151" y="914617"/>
        <a:ext cx="4047231" cy="779158"/>
      </dsp:txXfrm>
    </dsp:sp>
    <dsp:sp modelId="{046D488A-80B3-4EEA-9D05-8F2DDA463C24}">
      <dsp:nvSpPr>
        <dsp:cNvPr id="0" name=""/>
        <dsp:cNvSpPr/>
      </dsp:nvSpPr>
      <dsp:spPr>
        <a:xfrm>
          <a:off x="0" y="1839606"/>
          <a:ext cx="4131533" cy="8634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notificaciones</a:t>
          </a:r>
        </a:p>
      </dsp:txBody>
      <dsp:txXfrm>
        <a:off x="42151" y="1881757"/>
        <a:ext cx="4047231" cy="779158"/>
      </dsp:txXfrm>
    </dsp:sp>
    <dsp:sp modelId="{0E27F686-3C55-46FF-A92F-BFC5B9EBF300}">
      <dsp:nvSpPr>
        <dsp:cNvPr id="0" name=""/>
        <dsp:cNvSpPr/>
      </dsp:nvSpPr>
      <dsp:spPr>
        <a:xfrm>
          <a:off x="0" y="2806746"/>
          <a:ext cx="4131533" cy="8634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consumo_eventos</a:t>
          </a:r>
        </a:p>
      </dsp:txBody>
      <dsp:txXfrm>
        <a:off x="42151" y="2848897"/>
        <a:ext cx="4047231" cy="779158"/>
      </dsp:txXfrm>
    </dsp:sp>
    <dsp:sp modelId="{18F30405-22D3-4502-9BE9-E686E9FB7C43}">
      <dsp:nvSpPr>
        <dsp:cNvPr id="0" name=""/>
        <dsp:cNvSpPr/>
      </dsp:nvSpPr>
      <dsp:spPr>
        <a:xfrm>
          <a:off x="0" y="3773885"/>
          <a:ext cx="4131533" cy="8634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auditoría</a:t>
          </a:r>
        </a:p>
      </dsp:txBody>
      <dsp:txXfrm>
        <a:off x="42151" y="3816036"/>
        <a:ext cx="4047231" cy="7791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483C6-D73E-4C2B-B661-CBF761ACB5B4}">
      <dsp:nvSpPr>
        <dsp:cNvPr id="0" name=""/>
        <dsp:cNvSpPr/>
      </dsp:nvSpPr>
      <dsp:spPr>
        <a:xfrm>
          <a:off x="0" y="40847"/>
          <a:ext cx="5000124" cy="170818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Sin JWT</a:t>
          </a:r>
        </a:p>
      </dsp:txBody>
      <dsp:txXfrm>
        <a:off x="83387" y="124234"/>
        <a:ext cx="4833350" cy="1541407"/>
      </dsp:txXfrm>
    </dsp:sp>
    <dsp:sp modelId="{78CE19BF-A67B-40BB-BE02-17C2BF3BF79C}">
      <dsp:nvSpPr>
        <dsp:cNvPr id="0" name=""/>
        <dsp:cNvSpPr/>
      </dsp:nvSpPr>
      <dsp:spPr>
        <a:xfrm>
          <a:off x="0" y="1872869"/>
          <a:ext cx="5000124" cy="1708181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Variables de entorno</a:t>
          </a:r>
        </a:p>
      </dsp:txBody>
      <dsp:txXfrm>
        <a:off x="83387" y="1956256"/>
        <a:ext cx="4833350" cy="1541407"/>
      </dsp:txXfrm>
    </dsp:sp>
    <dsp:sp modelId="{1571C66A-517B-47FF-90AA-66098D9DAB3F}">
      <dsp:nvSpPr>
        <dsp:cNvPr id="0" name=""/>
        <dsp:cNvSpPr/>
      </dsp:nvSpPr>
      <dsp:spPr>
        <a:xfrm>
          <a:off x="0" y="3704890"/>
          <a:ext cx="5000124" cy="1708181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Roles de base de datos</a:t>
          </a:r>
        </a:p>
      </dsp:txBody>
      <dsp:txXfrm>
        <a:off x="83387" y="3788277"/>
        <a:ext cx="4833350" cy="15414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CD35DC-01EF-4018-9BD2-435637DB5809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9AEB4-00BB-4807-AD82-65219116E75D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Sistema escalable</a:t>
          </a:r>
        </a:p>
      </dsp:txBody>
      <dsp:txXfrm>
        <a:off x="78583" y="2435142"/>
        <a:ext cx="2399612" cy="720000"/>
      </dsp:txXfrm>
    </dsp:sp>
    <dsp:sp modelId="{9828D1A3-4E52-4EB8-8AF0-791115BA6296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D6277-9F62-4261-A5AF-8BA400B935E0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Persistencia robusta</a:t>
          </a:r>
        </a:p>
      </dsp:txBody>
      <dsp:txXfrm>
        <a:off x="2898129" y="2435142"/>
        <a:ext cx="2399612" cy="720000"/>
      </dsp:txXfrm>
    </dsp:sp>
    <dsp:sp modelId="{E3EC9417-9375-4B4F-86DF-87EF2CBB691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56145-7DA8-4960-9127-61755036D39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Basado en eventos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Módulo de Notificaciones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Arquitectura de persistencia y modelo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Introducción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479984-3C46-91ED-BC1D-4EEBC7A21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39956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Entidades principales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C75A51-7224-7EC5-752E-D76B09EB3C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Modelo lógico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DF677A-417C-16BB-6AB9-007CA33B1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44367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80CBDE-4C15-574F-4751-CDA5E82944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8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Modelo físico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438949-B472-FAD9-7201-4774D78D5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019870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FEB548-CACC-4915-BA3A-ECFAD4BE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DD617-02C2-4388-A86E-BAB7BD28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71532D-ED15-4EA1-8D74-8B9D4911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0E949-6174-47F4-871C-39B2BE7B4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A81FA79-0462-498C-A7A0-4F97CB9BD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13F096-ACB3-4289-ADE9-7BCF5727C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2D1F89-7331-4DB6-9053-DE817E604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27D98C-AF53-420B-A7B6-DD5AA7D5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0B76EE-9601-45D1-815F-6B076D42F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5FB023-5222-4B9E-B6D1-A5040E4CE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AEED21-38DA-46C2-93A3-F597C8761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7EFB714-3172-4F11-BA4B-04073494A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83C632-F1E2-40EE-AFA0-EF8D52D6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80DE84-E4A8-4C12-97F1-AADA86FFB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FCEB1-CD0B-4966-8A9D-F458E4F7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866B94-A099-49F6-A378-974CED7F5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103C908-3FF0-4A95-851C-DF3C650FF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F400D3-D15B-4146-82E6-B2FC1194F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2F76C8-7CAD-4B72-BD0D-072D2AFA0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CEBAD8-9DE5-4790-9CD4-C384EB371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3B7B9BA-215A-4923-954F-3DAE9523A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013081-B23F-45CB-A45B-562B629AD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8B11FB-E867-4638-B75F-B4B7DBDDB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C84FC8-9600-4AE5-9E77-38E2363A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14F95D-50D5-4B76-B347-91D1D76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5455D4-020C-4462-8A90-3B6434A50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5"/>
            <a:ext cx="3711172" cy="5509815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s-CO" sz="4200"/>
              <a:t>Consultas clave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FCDBEB-2AE8-3F2E-9020-F3BF99C9F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893684"/>
              </p:ext>
            </p:extLst>
          </p:nvPr>
        </p:nvGraphicFramePr>
        <p:xfrm>
          <a:off x="4361891" y="546369"/>
          <a:ext cx="4131533" cy="550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FEB548-CACC-4915-BA3A-ECFAD4BE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DD617-02C2-4388-A86E-BAB7BD28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71532D-ED15-4EA1-8D74-8B9D4911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0E949-6174-47F4-871C-39B2BE7B4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A81FA79-0462-498C-A7A0-4F97CB9BD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13F096-ACB3-4289-ADE9-7BCF5727C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2D1F89-7331-4DB6-9053-DE817E604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27D98C-AF53-420B-A7B6-DD5AA7D5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0B76EE-9601-45D1-815F-6B076D42F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5FB023-5222-4B9E-B6D1-A5040E4CE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AEED21-38DA-46C2-93A3-F597C8761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7EFB714-3172-4F11-BA4B-04073494A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83C632-F1E2-40EE-AFA0-EF8D52D6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80DE84-E4A8-4C12-97F1-AADA86FFB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FCEB1-CD0B-4966-8A9D-F458E4F7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866B94-A099-49F6-A378-974CED7F5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103C908-3FF0-4A95-851C-DF3C650FF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F400D3-D15B-4146-82E6-B2FC1194F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2F76C8-7CAD-4B72-BD0D-072D2AFA0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CEBAD8-9DE5-4790-9CD4-C384EB371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3B7B9BA-215A-4923-954F-3DAE9523A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013081-B23F-45CB-A45B-562B629AD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8B11FB-E867-4638-B75F-B4B7DBDDB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C84FC8-9600-4AE5-9E77-38E2363A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14F95D-50D5-4B76-B347-91D1D76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5455D4-020C-4462-8A90-3B6434A50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5"/>
            <a:ext cx="3711172" cy="5509815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s-CO" sz="4200"/>
              <a:t>Script de despliegue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DE5E74-05FB-1580-1A78-29815CBD9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168650"/>
              </p:ext>
            </p:extLst>
          </p:nvPr>
        </p:nvGraphicFramePr>
        <p:xfrm>
          <a:off x="4361891" y="546369"/>
          <a:ext cx="4131533" cy="550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FEB548-CACC-4915-BA3A-ECFAD4BE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DD617-02C2-4388-A86E-BAB7BD28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71532D-ED15-4EA1-8D74-8B9D4911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0E949-6174-47F4-871C-39B2BE7B4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A81FA79-0462-498C-A7A0-4F97CB9BD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13F096-ACB3-4289-ADE9-7BCF5727C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2D1F89-7331-4DB6-9053-DE817E604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27D98C-AF53-420B-A7B6-DD5AA7D5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0B76EE-9601-45D1-815F-6B076D42F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5FB023-5222-4B9E-B6D1-A5040E4CE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AEED21-38DA-46C2-93A3-F597C8761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7EFB714-3172-4F11-BA4B-04073494A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83C632-F1E2-40EE-AFA0-EF8D52D6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80DE84-E4A8-4C12-97F1-AADA86FFB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FCEB1-CD0B-4966-8A9D-F458E4F7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866B94-A099-49F6-A378-974CED7F5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103C908-3FF0-4A95-851C-DF3C650FF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F400D3-D15B-4146-82E6-B2FC1194F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2F76C8-7CAD-4B72-BD0D-072D2AFA0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CEBAD8-9DE5-4790-9CD4-C384EB371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3B7B9BA-215A-4923-954F-3DAE9523A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013081-B23F-45CB-A45B-562B629AD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8B11FB-E867-4638-B75F-B4B7DBDDB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C84FC8-9600-4AE5-9E77-38E2363A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14F95D-50D5-4B76-B347-91D1D76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5455D4-020C-4462-8A90-3B6434A50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5"/>
            <a:ext cx="3711172" cy="5509815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s-CO" sz="4200"/>
              <a:t>Volumen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11EEE4-9384-B1AF-8366-F261EEC12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3181"/>
              </p:ext>
            </p:extLst>
          </p:nvPr>
        </p:nvGraphicFramePr>
        <p:xfrm>
          <a:off x="4361891" y="546369"/>
          <a:ext cx="4131533" cy="550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66F351-3BF3-68C0-91F4-D4C9BC99A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4575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Conclusión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D62BDA-E995-83D0-59CF-1E2350C44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6571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</Words>
  <Application>Microsoft Office PowerPoint</Application>
  <PresentationFormat>Presentación en pantalla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Módulo de Notificaciones</vt:lpstr>
      <vt:lpstr>Introducción</vt:lpstr>
      <vt:lpstr>Entidades principales</vt:lpstr>
      <vt:lpstr>Modelo lógico</vt:lpstr>
      <vt:lpstr>Modelo físico</vt:lpstr>
      <vt:lpstr>Consultas clave</vt:lpstr>
      <vt:lpstr>Script de despliegue</vt:lpstr>
      <vt:lpstr>Volumen de datos</vt:lpstr>
      <vt:lpstr>Seguridad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COLLANTE DOMINGUEZ</cp:lastModifiedBy>
  <cp:revision>2</cp:revision>
  <dcterms:created xsi:type="dcterms:W3CDTF">2013-01-27T09:14:16Z</dcterms:created>
  <dcterms:modified xsi:type="dcterms:W3CDTF">2026-05-03T22:30:08Z</dcterms:modified>
  <cp:category/>
</cp:coreProperties>
</file>